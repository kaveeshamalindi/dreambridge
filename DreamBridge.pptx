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15" r:id="rId5"/>
  </p:sldMasterIdLst>
  <p:notesMasterIdLst>
    <p:notesMasterId r:id="rId42"/>
  </p:notesMasterIdLst>
  <p:handoutMasterIdLst>
    <p:handoutMasterId r:id="rId43"/>
  </p:handoutMasterIdLst>
  <p:sldIdLst>
    <p:sldId id="280" r:id="rId6"/>
    <p:sldId id="346" r:id="rId7"/>
    <p:sldId id="267" r:id="rId8"/>
    <p:sldId id="349" r:id="rId9"/>
    <p:sldId id="358" r:id="rId10"/>
    <p:sldId id="360" r:id="rId11"/>
    <p:sldId id="361" r:id="rId12"/>
    <p:sldId id="357" r:id="rId13"/>
    <p:sldId id="359" r:id="rId14"/>
    <p:sldId id="362" r:id="rId15"/>
    <p:sldId id="363" r:id="rId16"/>
    <p:sldId id="365" r:id="rId17"/>
    <p:sldId id="366" r:id="rId18"/>
    <p:sldId id="373" r:id="rId19"/>
    <p:sldId id="368" r:id="rId20"/>
    <p:sldId id="384" r:id="rId21"/>
    <p:sldId id="369" r:id="rId22"/>
    <p:sldId id="370" r:id="rId23"/>
    <p:sldId id="371" r:id="rId24"/>
    <p:sldId id="372" r:id="rId25"/>
    <p:sldId id="374" r:id="rId26"/>
    <p:sldId id="375" r:id="rId27"/>
    <p:sldId id="385" r:id="rId28"/>
    <p:sldId id="376" r:id="rId29"/>
    <p:sldId id="386" r:id="rId30"/>
    <p:sldId id="377" r:id="rId31"/>
    <p:sldId id="387" r:id="rId32"/>
    <p:sldId id="378" r:id="rId33"/>
    <p:sldId id="389" r:id="rId34"/>
    <p:sldId id="379" r:id="rId35"/>
    <p:sldId id="390" r:id="rId36"/>
    <p:sldId id="380" r:id="rId37"/>
    <p:sldId id="381" r:id="rId38"/>
    <p:sldId id="382" r:id="rId39"/>
    <p:sldId id="383" r:id="rId40"/>
    <p:sldId id="2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625A0A-98EF-488A-98BE-A8C056DD00FD}">
          <p14:sldIdLst>
            <p14:sldId id="280"/>
            <p14:sldId id="346"/>
            <p14:sldId id="267"/>
            <p14:sldId id="349"/>
            <p14:sldId id="358"/>
            <p14:sldId id="360"/>
            <p14:sldId id="361"/>
            <p14:sldId id="357"/>
            <p14:sldId id="359"/>
            <p14:sldId id="362"/>
            <p14:sldId id="363"/>
            <p14:sldId id="365"/>
            <p14:sldId id="366"/>
            <p14:sldId id="373"/>
            <p14:sldId id="368"/>
            <p14:sldId id="384"/>
            <p14:sldId id="369"/>
            <p14:sldId id="370"/>
            <p14:sldId id="371"/>
            <p14:sldId id="372"/>
            <p14:sldId id="374"/>
            <p14:sldId id="375"/>
            <p14:sldId id="385"/>
            <p14:sldId id="376"/>
            <p14:sldId id="386"/>
            <p14:sldId id="377"/>
            <p14:sldId id="387"/>
            <p14:sldId id="378"/>
            <p14:sldId id="389"/>
            <p14:sldId id="379"/>
            <p14:sldId id="390"/>
            <p14:sldId id="380"/>
            <p14:sldId id="381"/>
            <p14:sldId id="382"/>
            <p14:sldId id="383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7CE"/>
    <a:srgbClr val="A3C7E7"/>
    <a:srgbClr val="27CED7"/>
    <a:srgbClr val="269BCC"/>
    <a:srgbClr val="27C1D4"/>
    <a:srgbClr val="FFCCFF"/>
    <a:srgbClr val="268FC9"/>
    <a:srgbClr val="D4E6F4"/>
    <a:srgbClr val="27B4D1"/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2" autoAdjust="0"/>
    <p:restoredTop sz="95928" autoAdjust="0"/>
  </p:normalViewPr>
  <p:slideViewPr>
    <p:cSldViewPr snapToGrid="0">
      <p:cViewPr varScale="1">
        <p:scale>
          <a:sx n="82" d="100"/>
          <a:sy n="82" d="100"/>
        </p:scale>
        <p:origin x="456" y="72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 Results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5">
                      <a:tint val="58000"/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tint val="58000"/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tint val="58000"/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tint val="58000"/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69-4862-81D4-3BB0C10BA65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tint val="86000"/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tint val="86000"/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tint val="86000"/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tint val="86000"/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69-4862-81D4-3BB0C10BA65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hade val="86000"/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shade val="86000"/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shade val="86000"/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86000"/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69-4862-81D4-3BB0C10BA65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5">
                      <a:shade val="58000"/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shade val="58000"/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shade val="58000"/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58000"/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69-4862-81D4-3BB0C10BA656}"/>
              </c:ext>
            </c:extLst>
          </c:dPt>
          <c:cat>
            <c:strRef>
              <c:f>Sheet1!$A$2:$A$5</c:f>
              <c:strCache>
                <c:ptCount val="2"/>
                <c:pt idx="0">
                  <c:v>Passed</c:v>
                </c:pt>
                <c:pt idx="1">
                  <c:v>Failed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69-4862-81D4-3BB0C10BA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1">
        <a:alpha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alpha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alpha val="3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1">
        <a:alpha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alpha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alpha val="3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5">
        <a:alpha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>
        <a:alpha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>
        <a:alpha val="3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1">
        <a:alpha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alpha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alpha val="5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alpha val="3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DC26E4-56C7-4AFA-9261-145E43FBACE8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B2E84B-2B1E-4791-AF39-4874DC0D957A}">
      <dgm:prSet phldrT="[Text]" custT="1"/>
      <dgm:spPr/>
      <dgm:t>
        <a:bodyPr/>
        <a:lstStyle/>
        <a:p>
          <a:pPr algn="l"/>
          <a:r>
            <a:rPr lang="en-US" sz="2000" b="1" dirty="0"/>
            <a:t>01. System Features</a:t>
          </a:r>
        </a:p>
      </dgm:t>
    </dgm:pt>
    <dgm:pt modelId="{8A093B88-3A8F-41C0-BB35-847C023D6457}" type="parTrans" cxnId="{75275B05-9BB1-4ACF-A944-7A4E46D4FC71}">
      <dgm:prSet/>
      <dgm:spPr/>
      <dgm:t>
        <a:bodyPr/>
        <a:lstStyle/>
        <a:p>
          <a:endParaRPr lang="en-US" sz="2000"/>
        </a:p>
      </dgm:t>
    </dgm:pt>
    <dgm:pt modelId="{4EC9BF80-304E-41ED-804A-5BF14A66325D}" type="sibTrans" cxnId="{75275B05-9BB1-4ACF-A944-7A4E46D4FC71}">
      <dgm:prSet/>
      <dgm:spPr/>
      <dgm:t>
        <a:bodyPr/>
        <a:lstStyle/>
        <a:p>
          <a:endParaRPr lang="en-US" sz="2000"/>
        </a:p>
      </dgm:t>
    </dgm:pt>
    <dgm:pt modelId="{525352E6-FC08-4D20-B25A-CCD2D5B00828}">
      <dgm:prSet phldrT="[Text]" custT="1"/>
      <dgm:spPr/>
      <dgm:t>
        <a:bodyPr/>
        <a:lstStyle/>
        <a:p>
          <a:pPr algn="l"/>
          <a:r>
            <a:rPr lang="en-US" sz="2000" b="1" dirty="0"/>
            <a:t>02. Technologies Used </a:t>
          </a:r>
          <a:endParaRPr lang="en-US" sz="2000" dirty="0"/>
        </a:p>
      </dgm:t>
    </dgm:pt>
    <dgm:pt modelId="{3C32B1B1-4442-4573-903F-DB8A8E82A751}" type="parTrans" cxnId="{A508972E-DA5F-4772-8129-92493A0EA5A8}">
      <dgm:prSet/>
      <dgm:spPr/>
      <dgm:t>
        <a:bodyPr/>
        <a:lstStyle/>
        <a:p>
          <a:endParaRPr lang="en-US" sz="2000"/>
        </a:p>
      </dgm:t>
    </dgm:pt>
    <dgm:pt modelId="{5272BA9A-D44A-43B5-ACDB-41B2F59C3187}" type="sibTrans" cxnId="{A508972E-DA5F-4772-8129-92493A0EA5A8}">
      <dgm:prSet/>
      <dgm:spPr/>
      <dgm:t>
        <a:bodyPr/>
        <a:lstStyle/>
        <a:p>
          <a:endParaRPr lang="en-US" sz="2000"/>
        </a:p>
      </dgm:t>
    </dgm:pt>
    <dgm:pt modelId="{358D8173-F0DF-447A-9EF5-D2D1C0C20319}">
      <dgm:prSet phldrT="[Text]" custT="1"/>
      <dgm:spPr/>
      <dgm:t>
        <a:bodyPr/>
        <a:lstStyle/>
        <a:p>
          <a:pPr algn="l"/>
          <a:r>
            <a:rPr lang="en-US" sz="2000" b="1" dirty="0"/>
            <a:t>03. System Design</a:t>
          </a:r>
          <a:endParaRPr lang="en-US" sz="2000" dirty="0"/>
        </a:p>
      </dgm:t>
    </dgm:pt>
    <dgm:pt modelId="{9DEFF11C-6C23-47BB-8322-4D3ABFF4E7DB}" type="parTrans" cxnId="{9CABB57B-9B9C-421E-AAC6-22B718913A0F}">
      <dgm:prSet/>
      <dgm:spPr/>
      <dgm:t>
        <a:bodyPr/>
        <a:lstStyle/>
        <a:p>
          <a:endParaRPr lang="en-US" sz="2000"/>
        </a:p>
      </dgm:t>
    </dgm:pt>
    <dgm:pt modelId="{9D7DD0D6-12C8-4F27-BE9E-964C035320D9}" type="sibTrans" cxnId="{9CABB57B-9B9C-421E-AAC6-22B718913A0F}">
      <dgm:prSet/>
      <dgm:spPr/>
      <dgm:t>
        <a:bodyPr/>
        <a:lstStyle/>
        <a:p>
          <a:endParaRPr lang="en-US" sz="2000"/>
        </a:p>
      </dgm:t>
    </dgm:pt>
    <dgm:pt modelId="{46DE8662-80C6-421E-9974-26F25F55210B}">
      <dgm:prSet phldrT="[Text]" custT="1"/>
      <dgm:spPr/>
      <dgm:t>
        <a:bodyPr/>
        <a:lstStyle/>
        <a:p>
          <a:pPr algn="l"/>
          <a:r>
            <a:rPr lang="en-US" sz="2000" b="1" dirty="0"/>
            <a:t>04. Live Demo</a:t>
          </a:r>
          <a:endParaRPr lang="en-US" sz="2000" dirty="0"/>
        </a:p>
      </dgm:t>
    </dgm:pt>
    <dgm:pt modelId="{B4C43C3C-1CD8-4442-8D13-73ACEE8E5DD2}" type="parTrans" cxnId="{A9EF9480-65CE-4375-90B7-1419AC6D4C30}">
      <dgm:prSet/>
      <dgm:spPr/>
      <dgm:t>
        <a:bodyPr/>
        <a:lstStyle/>
        <a:p>
          <a:endParaRPr lang="en-US" sz="2000"/>
        </a:p>
      </dgm:t>
    </dgm:pt>
    <dgm:pt modelId="{2C50EA43-1893-46C9-A3DE-9A12EFD8614A}" type="sibTrans" cxnId="{A9EF9480-65CE-4375-90B7-1419AC6D4C30}">
      <dgm:prSet/>
      <dgm:spPr/>
      <dgm:t>
        <a:bodyPr/>
        <a:lstStyle/>
        <a:p>
          <a:endParaRPr lang="en-US" sz="2000"/>
        </a:p>
      </dgm:t>
    </dgm:pt>
    <dgm:pt modelId="{580A40B8-3B04-4889-810A-B335C7E8529A}">
      <dgm:prSet phldrT="[Text]" custT="1"/>
      <dgm:spPr/>
      <dgm:t>
        <a:bodyPr/>
        <a:lstStyle/>
        <a:p>
          <a:pPr algn="l"/>
          <a:r>
            <a:rPr lang="en-US" sz="2000" b="1" dirty="0"/>
            <a:t>05. Testing Strategy </a:t>
          </a:r>
          <a:endParaRPr lang="en-US" sz="2000" dirty="0"/>
        </a:p>
      </dgm:t>
    </dgm:pt>
    <dgm:pt modelId="{EF9B9F2E-A8CE-411F-951B-761BF69946A3}" type="parTrans" cxnId="{36CEFBE0-10CD-43D1-B143-7C34527440DD}">
      <dgm:prSet/>
      <dgm:spPr/>
      <dgm:t>
        <a:bodyPr/>
        <a:lstStyle/>
        <a:p>
          <a:endParaRPr lang="en-US" sz="2000"/>
        </a:p>
      </dgm:t>
    </dgm:pt>
    <dgm:pt modelId="{F245946A-F77D-4B69-A9BB-752EDF9614D2}" type="sibTrans" cxnId="{36CEFBE0-10CD-43D1-B143-7C34527440DD}">
      <dgm:prSet/>
      <dgm:spPr/>
      <dgm:t>
        <a:bodyPr/>
        <a:lstStyle/>
        <a:p>
          <a:endParaRPr lang="en-US" sz="2000"/>
        </a:p>
      </dgm:t>
    </dgm:pt>
    <dgm:pt modelId="{20D85C6F-DD4A-460C-8EEF-20D14BA55C9C}">
      <dgm:prSet phldrT="[Text]" custT="1"/>
      <dgm:spPr/>
      <dgm:t>
        <a:bodyPr/>
        <a:lstStyle/>
        <a:p>
          <a:pPr algn="l"/>
          <a:r>
            <a:rPr lang="en-US" sz="2000" b="1" dirty="0"/>
            <a:t>07. Final System Results</a:t>
          </a:r>
          <a:endParaRPr lang="en-US" sz="2000" dirty="0"/>
        </a:p>
      </dgm:t>
    </dgm:pt>
    <dgm:pt modelId="{E51F8E0D-53BB-428E-B631-B9CBD7808ACC}" type="parTrans" cxnId="{D066A654-CA0B-4452-B202-D5936B052228}">
      <dgm:prSet/>
      <dgm:spPr/>
      <dgm:t>
        <a:bodyPr/>
        <a:lstStyle/>
        <a:p>
          <a:endParaRPr lang="en-US" sz="2000"/>
        </a:p>
      </dgm:t>
    </dgm:pt>
    <dgm:pt modelId="{0AB5B1EC-281F-43C1-8C4E-0AF088FBA8B1}" type="sibTrans" cxnId="{D066A654-CA0B-4452-B202-D5936B052228}">
      <dgm:prSet/>
      <dgm:spPr/>
      <dgm:t>
        <a:bodyPr/>
        <a:lstStyle/>
        <a:p>
          <a:endParaRPr lang="en-US" sz="2000"/>
        </a:p>
      </dgm:t>
    </dgm:pt>
    <dgm:pt modelId="{A92AF377-FC3B-42B9-B1A0-D14F179BC068}">
      <dgm:prSet phldrT="[Text]" custT="1"/>
      <dgm:spPr/>
      <dgm:t>
        <a:bodyPr/>
        <a:lstStyle/>
        <a:p>
          <a:pPr algn="l"/>
          <a:r>
            <a:rPr lang="en-US" sz="2000" b="1" dirty="0"/>
            <a:t>06. Data Structures &amp; Algorithms</a:t>
          </a:r>
          <a:endParaRPr lang="en-US" sz="2000" dirty="0"/>
        </a:p>
      </dgm:t>
    </dgm:pt>
    <dgm:pt modelId="{99282AAB-5EA8-4D6A-9D1F-0D3A1B35419A}" type="parTrans" cxnId="{75D1F9B4-CDF0-4899-B1DF-06900DF9D04F}">
      <dgm:prSet/>
      <dgm:spPr/>
      <dgm:t>
        <a:bodyPr/>
        <a:lstStyle/>
        <a:p>
          <a:endParaRPr lang="en-US" sz="2000"/>
        </a:p>
      </dgm:t>
    </dgm:pt>
    <dgm:pt modelId="{D22F35D6-92B4-40C6-A69F-676B0A942E4B}" type="sibTrans" cxnId="{75D1F9B4-CDF0-4899-B1DF-06900DF9D04F}">
      <dgm:prSet/>
      <dgm:spPr/>
      <dgm:t>
        <a:bodyPr/>
        <a:lstStyle/>
        <a:p>
          <a:endParaRPr lang="en-US" sz="2000"/>
        </a:p>
      </dgm:t>
    </dgm:pt>
    <dgm:pt modelId="{ED853B51-1EEA-4916-9EA8-DE7BF8C973BA}" type="pres">
      <dgm:prSet presAssocID="{07DC26E4-56C7-4AFA-9261-145E43FBACE8}" presName="linearFlow" presStyleCnt="0">
        <dgm:presLayoutVars>
          <dgm:dir/>
          <dgm:resizeHandles val="exact"/>
        </dgm:presLayoutVars>
      </dgm:prSet>
      <dgm:spPr/>
    </dgm:pt>
    <dgm:pt modelId="{2DE7254E-A56F-4A7E-944C-742781E16604}" type="pres">
      <dgm:prSet presAssocID="{E6B2E84B-2B1E-4791-AF39-4874DC0D957A}" presName="composite" presStyleCnt="0"/>
      <dgm:spPr/>
    </dgm:pt>
    <dgm:pt modelId="{20011AEF-2C0D-4038-9942-6EF96C7B2399}" type="pres">
      <dgm:prSet presAssocID="{E6B2E84B-2B1E-4791-AF39-4874DC0D957A}" presName="imgShp" presStyleLbl="fgImgPlace1" presStyleIdx="0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9F381F50-3507-46FD-B8EC-ADC589737DAE}" type="pres">
      <dgm:prSet presAssocID="{E6B2E84B-2B1E-4791-AF39-4874DC0D957A}" presName="txShp" presStyleLbl="node1" presStyleIdx="0" presStyleCnt="7">
        <dgm:presLayoutVars>
          <dgm:bulletEnabled val="1"/>
        </dgm:presLayoutVars>
      </dgm:prSet>
      <dgm:spPr/>
    </dgm:pt>
    <dgm:pt modelId="{36373DC6-31E3-4269-B1FB-C4DABE1D2733}" type="pres">
      <dgm:prSet presAssocID="{4EC9BF80-304E-41ED-804A-5BF14A66325D}" presName="spacing" presStyleCnt="0"/>
      <dgm:spPr/>
    </dgm:pt>
    <dgm:pt modelId="{B4B5D45D-B6AE-4939-8E4F-975205FB54AB}" type="pres">
      <dgm:prSet presAssocID="{525352E6-FC08-4D20-B25A-CCD2D5B00828}" presName="composite" presStyleCnt="0"/>
      <dgm:spPr/>
    </dgm:pt>
    <dgm:pt modelId="{D27C0F07-1143-4BA7-811A-7E4DD9D1FB2E}" type="pres">
      <dgm:prSet presAssocID="{525352E6-FC08-4D20-B25A-CCD2D5B00828}" presName="imgShp" presStyleLbl="fgImgPlace1" presStyleIdx="1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 with solid fill"/>
        </a:ext>
      </dgm:extLst>
    </dgm:pt>
    <dgm:pt modelId="{E391F0EC-E13E-41EF-BB9D-BAED0D8A9F90}" type="pres">
      <dgm:prSet presAssocID="{525352E6-FC08-4D20-B25A-CCD2D5B00828}" presName="txShp" presStyleLbl="node1" presStyleIdx="1" presStyleCnt="7">
        <dgm:presLayoutVars>
          <dgm:bulletEnabled val="1"/>
        </dgm:presLayoutVars>
      </dgm:prSet>
      <dgm:spPr/>
    </dgm:pt>
    <dgm:pt modelId="{70EAC95C-F69D-4137-8AB3-01B2B30C3853}" type="pres">
      <dgm:prSet presAssocID="{5272BA9A-D44A-43B5-ACDB-41B2F59C3187}" presName="spacing" presStyleCnt="0"/>
      <dgm:spPr/>
    </dgm:pt>
    <dgm:pt modelId="{0CAC8674-5AE2-4CB4-A7C2-7A9212968831}" type="pres">
      <dgm:prSet presAssocID="{358D8173-F0DF-447A-9EF5-D2D1C0C20319}" presName="composite" presStyleCnt="0"/>
      <dgm:spPr/>
    </dgm:pt>
    <dgm:pt modelId="{51687592-7672-4116-B2D0-2DD5B5D53A3B}" type="pres">
      <dgm:prSet presAssocID="{358D8173-F0DF-447A-9EF5-D2D1C0C20319}" presName="imgShp" presStyleLbl="fgImgPlace1" presStyleIdx="2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pieces with solid fill"/>
        </a:ext>
      </dgm:extLst>
    </dgm:pt>
    <dgm:pt modelId="{9053F0EA-F05B-40D0-8D3A-2AC6CE9E4347}" type="pres">
      <dgm:prSet presAssocID="{358D8173-F0DF-447A-9EF5-D2D1C0C20319}" presName="txShp" presStyleLbl="node1" presStyleIdx="2" presStyleCnt="7">
        <dgm:presLayoutVars>
          <dgm:bulletEnabled val="1"/>
        </dgm:presLayoutVars>
      </dgm:prSet>
      <dgm:spPr/>
    </dgm:pt>
    <dgm:pt modelId="{199DE0FE-1041-4265-A429-039018FF4A7D}" type="pres">
      <dgm:prSet presAssocID="{9D7DD0D6-12C8-4F27-BE9E-964C035320D9}" presName="spacing" presStyleCnt="0"/>
      <dgm:spPr/>
    </dgm:pt>
    <dgm:pt modelId="{D9947522-F5A6-49DD-BB1D-4534DF53A347}" type="pres">
      <dgm:prSet presAssocID="{46DE8662-80C6-421E-9974-26F25F55210B}" presName="composite" presStyleCnt="0"/>
      <dgm:spPr/>
    </dgm:pt>
    <dgm:pt modelId="{6BD60D8D-C71D-4EA7-9523-95F80B5D1B3B}" type="pres">
      <dgm:prSet presAssocID="{46DE8662-80C6-421E-9974-26F25F55210B}" presName="imgShp" presStyleLbl="fgImgPlace1" presStyleIdx="3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 with solid fill"/>
        </a:ext>
      </dgm:extLst>
    </dgm:pt>
    <dgm:pt modelId="{0794A473-49C4-427D-99F0-41E708466D4B}" type="pres">
      <dgm:prSet presAssocID="{46DE8662-80C6-421E-9974-26F25F55210B}" presName="txShp" presStyleLbl="node1" presStyleIdx="3" presStyleCnt="7">
        <dgm:presLayoutVars>
          <dgm:bulletEnabled val="1"/>
        </dgm:presLayoutVars>
      </dgm:prSet>
      <dgm:spPr/>
    </dgm:pt>
    <dgm:pt modelId="{63DCBCBA-C015-4A3C-AF48-FE17A6812D6E}" type="pres">
      <dgm:prSet presAssocID="{2C50EA43-1893-46C9-A3DE-9A12EFD8614A}" presName="spacing" presStyleCnt="0"/>
      <dgm:spPr/>
    </dgm:pt>
    <dgm:pt modelId="{9F9E6AF1-0C88-41FC-991F-F36FF035A6FA}" type="pres">
      <dgm:prSet presAssocID="{580A40B8-3B04-4889-810A-B335C7E8529A}" presName="composite" presStyleCnt="0"/>
      <dgm:spPr/>
    </dgm:pt>
    <dgm:pt modelId="{675195C5-9B71-4FAC-A104-55CD3642C31C}" type="pres">
      <dgm:prSet presAssocID="{580A40B8-3B04-4889-810A-B335C7E8529A}" presName="imgShp" presStyleLbl="fgImgPlace1" presStyleIdx="4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 with solid fill"/>
        </a:ext>
      </dgm:extLst>
    </dgm:pt>
    <dgm:pt modelId="{FE048B5E-E206-44E2-87EE-31B29EBC3E0D}" type="pres">
      <dgm:prSet presAssocID="{580A40B8-3B04-4889-810A-B335C7E8529A}" presName="txShp" presStyleLbl="node1" presStyleIdx="4" presStyleCnt="7">
        <dgm:presLayoutVars>
          <dgm:bulletEnabled val="1"/>
        </dgm:presLayoutVars>
      </dgm:prSet>
      <dgm:spPr/>
    </dgm:pt>
    <dgm:pt modelId="{765614BD-78C7-4801-AC0E-B7A9F137B29B}" type="pres">
      <dgm:prSet presAssocID="{F245946A-F77D-4B69-A9BB-752EDF9614D2}" presName="spacing" presStyleCnt="0"/>
      <dgm:spPr/>
    </dgm:pt>
    <dgm:pt modelId="{4F24747A-A916-4CAD-B4A0-9B6CB39F40A5}" type="pres">
      <dgm:prSet presAssocID="{A92AF377-FC3B-42B9-B1A0-D14F179BC068}" presName="composite" presStyleCnt="0"/>
      <dgm:spPr/>
    </dgm:pt>
    <dgm:pt modelId="{4C2ACD73-4FF5-4FDB-913B-98D3A691B683}" type="pres">
      <dgm:prSet presAssocID="{A92AF377-FC3B-42B9-B1A0-D14F179BC068}" presName="imgShp" presStyleLbl="fgImgPlace1" presStyleIdx="5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2DB8091C-BB34-420F-AF83-65F69FC7840E}" type="pres">
      <dgm:prSet presAssocID="{A92AF377-FC3B-42B9-B1A0-D14F179BC068}" presName="txShp" presStyleLbl="node1" presStyleIdx="5" presStyleCnt="7">
        <dgm:presLayoutVars>
          <dgm:bulletEnabled val="1"/>
        </dgm:presLayoutVars>
      </dgm:prSet>
      <dgm:spPr/>
    </dgm:pt>
    <dgm:pt modelId="{58A00A9A-F6DE-4B59-B4CA-A0B667C376DC}" type="pres">
      <dgm:prSet presAssocID="{D22F35D6-92B4-40C6-A69F-676B0A942E4B}" presName="spacing" presStyleCnt="0"/>
      <dgm:spPr/>
    </dgm:pt>
    <dgm:pt modelId="{DE66C54A-22FF-4329-9C3F-CBAA96FC68DF}" type="pres">
      <dgm:prSet presAssocID="{20D85C6F-DD4A-460C-8EEF-20D14BA55C9C}" presName="composite" presStyleCnt="0"/>
      <dgm:spPr/>
    </dgm:pt>
    <dgm:pt modelId="{1C38C7AF-2241-4708-A7F5-2E4E5B3933D7}" type="pres">
      <dgm:prSet presAssocID="{20D85C6F-DD4A-460C-8EEF-20D14BA55C9C}" presName="imgShp" presStyleLbl="fgImgPlace1" presStyleIdx="6" presStyleCnt="7" custLinFactNeighborX="-4883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 with solid fill"/>
        </a:ext>
      </dgm:extLst>
    </dgm:pt>
    <dgm:pt modelId="{B4C077F6-5C9B-41D4-9F15-F5242009E059}" type="pres">
      <dgm:prSet presAssocID="{20D85C6F-DD4A-460C-8EEF-20D14BA55C9C}" presName="txShp" presStyleLbl="node1" presStyleIdx="6" presStyleCnt="7">
        <dgm:presLayoutVars>
          <dgm:bulletEnabled val="1"/>
        </dgm:presLayoutVars>
      </dgm:prSet>
      <dgm:spPr/>
    </dgm:pt>
  </dgm:ptLst>
  <dgm:cxnLst>
    <dgm:cxn modelId="{75275B05-9BB1-4ACF-A944-7A4E46D4FC71}" srcId="{07DC26E4-56C7-4AFA-9261-145E43FBACE8}" destId="{E6B2E84B-2B1E-4791-AF39-4874DC0D957A}" srcOrd="0" destOrd="0" parTransId="{8A093B88-3A8F-41C0-BB35-847C023D6457}" sibTransId="{4EC9BF80-304E-41ED-804A-5BF14A66325D}"/>
    <dgm:cxn modelId="{98B2C80F-E94D-4827-B8AF-D9F3A15CF06B}" type="presOf" srcId="{358D8173-F0DF-447A-9EF5-D2D1C0C20319}" destId="{9053F0EA-F05B-40D0-8D3A-2AC6CE9E4347}" srcOrd="0" destOrd="0" presId="urn:microsoft.com/office/officeart/2005/8/layout/vList3"/>
    <dgm:cxn modelId="{A508972E-DA5F-4772-8129-92493A0EA5A8}" srcId="{07DC26E4-56C7-4AFA-9261-145E43FBACE8}" destId="{525352E6-FC08-4D20-B25A-CCD2D5B00828}" srcOrd="1" destOrd="0" parTransId="{3C32B1B1-4442-4573-903F-DB8A8E82A751}" sibTransId="{5272BA9A-D44A-43B5-ACDB-41B2F59C3187}"/>
    <dgm:cxn modelId="{EDBE1A66-9096-4233-A5B3-7BBED27322D0}" type="presOf" srcId="{07DC26E4-56C7-4AFA-9261-145E43FBACE8}" destId="{ED853B51-1EEA-4916-9EA8-DE7BF8C973BA}" srcOrd="0" destOrd="0" presId="urn:microsoft.com/office/officeart/2005/8/layout/vList3"/>
    <dgm:cxn modelId="{5A2DA673-93CA-4240-AEF0-FCE4197A9625}" type="presOf" srcId="{E6B2E84B-2B1E-4791-AF39-4874DC0D957A}" destId="{9F381F50-3507-46FD-B8EC-ADC589737DAE}" srcOrd="0" destOrd="0" presId="urn:microsoft.com/office/officeart/2005/8/layout/vList3"/>
    <dgm:cxn modelId="{D066A654-CA0B-4452-B202-D5936B052228}" srcId="{07DC26E4-56C7-4AFA-9261-145E43FBACE8}" destId="{20D85C6F-DD4A-460C-8EEF-20D14BA55C9C}" srcOrd="6" destOrd="0" parTransId="{E51F8E0D-53BB-428E-B631-B9CBD7808ACC}" sibTransId="{0AB5B1EC-281F-43C1-8C4E-0AF088FBA8B1}"/>
    <dgm:cxn modelId="{62413655-EF8E-4C51-A548-57511F808AA2}" type="presOf" srcId="{20D85C6F-DD4A-460C-8EEF-20D14BA55C9C}" destId="{B4C077F6-5C9B-41D4-9F15-F5242009E059}" srcOrd="0" destOrd="0" presId="urn:microsoft.com/office/officeart/2005/8/layout/vList3"/>
    <dgm:cxn modelId="{9CABB57B-9B9C-421E-AAC6-22B718913A0F}" srcId="{07DC26E4-56C7-4AFA-9261-145E43FBACE8}" destId="{358D8173-F0DF-447A-9EF5-D2D1C0C20319}" srcOrd="2" destOrd="0" parTransId="{9DEFF11C-6C23-47BB-8322-4D3ABFF4E7DB}" sibTransId="{9D7DD0D6-12C8-4F27-BE9E-964C035320D9}"/>
    <dgm:cxn modelId="{EF306A7D-4D03-4DC1-871A-194D7E3FFAC4}" type="presOf" srcId="{580A40B8-3B04-4889-810A-B335C7E8529A}" destId="{FE048B5E-E206-44E2-87EE-31B29EBC3E0D}" srcOrd="0" destOrd="0" presId="urn:microsoft.com/office/officeart/2005/8/layout/vList3"/>
    <dgm:cxn modelId="{A9EF9480-65CE-4375-90B7-1419AC6D4C30}" srcId="{07DC26E4-56C7-4AFA-9261-145E43FBACE8}" destId="{46DE8662-80C6-421E-9974-26F25F55210B}" srcOrd="3" destOrd="0" parTransId="{B4C43C3C-1CD8-4442-8D13-73ACEE8E5DD2}" sibTransId="{2C50EA43-1893-46C9-A3DE-9A12EFD8614A}"/>
    <dgm:cxn modelId="{66F47A8F-E100-4D0D-9915-995C5C076069}" type="presOf" srcId="{A92AF377-FC3B-42B9-B1A0-D14F179BC068}" destId="{2DB8091C-BB34-420F-AF83-65F69FC7840E}" srcOrd="0" destOrd="0" presId="urn:microsoft.com/office/officeart/2005/8/layout/vList3"/>
    <dgm:cxn modelId="{39EE8E9D-8373-4B8A-A458-04341A2F6DD7}" type="presOf" srcId="{46DE8662-80C6-421E-9974-26F25F55210B}" destId="{0794A473-49C4-427D-99F0-41E708466D4B}" srcOrd="0" destOrd="0" presId="urn:microsoft.com/office/officeart/2005/8/layout/vList3"/>
    <dgm:cxn modelId="{75D1F9B4-CDF0-4899-B1DF-06900DF9D04F}" srcId="{07DC26E4-56C7-4AFA-9261-145E43FBACE8}" destId="{A92AF377-FC3B-42B9-B1A0-D14F179BC068}" srcOrd="5" destOrd="0" parTransId="{99282AAB-5EA8-4D6A-9D1F-0D3A1B35419A}" sibTransId="{D22F35D6-92B4-40C6-A69F-676B0A942E4B}"/>
    <dgm:cxn modelId="{36CEFBE0-10CD-43D1-B143-7C34527440DD}" srcId="{07DC26E4-56C7-4AFA-9261-145E43FBACE8}" destId="{580A40B8-3B04-4889-810A-B335C7E8529A}" srcOrd="4" destOrd="0" parTransId="{EF9B9F2E-A8CE-411F-951B-761BF69946A3}" sibTransId="{F245946A-F77D-4B69-A9BB-752EDF9614D2}"/>
    <dgm:cxn modelId="{C51157F0-608A-42C5-AC48-E966320E9BF6}" type="presOf" srcId="{525352E6-FC08-4D20-B25A-CCD2D5B00828}" destId="{E391F0EC-E13E-41EF-BB9D-BAED0D8A9F90}" srcOrd="0" destOrd="0" presId="urn:microsoft.com/office/officeart/2005/8/layout/vList3"/>
    <dgm:cxn modelId="{A19DF6D1-ECC4-4126-BE52-ACA74255548C}" type="presParOf" srcId="{ED853B51-1EEA-4916-9EA8-DE7BF8C973BA}" destId="{2DE7254E-A56F-4A7E-944C-742781E16604}" srcOrd="0" destOrd="0" presId="urn:microsoft.com/office/officeart/2005/8/layout/vList3"/>
    <dgm:cxn modelId="{095B1B05-3829-46AF-8E38-ED684C1E27C6}" type="presParOf" srcId="{2DE7254E-A56F-4A7E-944C-742781E16604}" destId="{20011AEF-2C0D-4038-9942-6EF96C7B2399}" srcOrd="0" destOrd="0" presId="urn:microsoft.com/office/officeart/2005/8/layout/vList3"/>
    <dgm:cxn modelId="{F65564E8-9AAB-4C3B-AEC9-CDD94095DE90}" type="presParOf" srcId="{2DE7254E-A56F-4A7E-944C-742781E16604}" destId="{9F381F50-3507-46FD-B8EC-ADC589737DAE}" srcOrd="1" destOrd="0" presId="urn:microsoft.com/office/officeart/2005/8/layout/vList3"/>
    <dgm:cxn modelId="{72F1B2EF-F10A-4C6E-986D-DDE80779F410}" type="presParOf" srcId="{ED853B51-1EEA-4916-9EA8-DE7BF8C973BA}" destId="{36373DC6-31E3-4269-B1FB-C4DABE1D2733}" srcOrd="1" destOrd="0" presId="urn:microsoft.com/office/officeart/2005/8/layout/vList3"/>
    <dgm:cxn modelId="{92B33E74-848A-4DA6-BD18-C2565F5B5E3D}" type="presParOf" srcId="{ED853B51-1EEA-4916-9EA8-DE7BF8C973BA}" destId="{B4B5D45D-B6AE-4939-8E4F-975205FB54AB}" srcOrd="2" destOrd="0" presId="urn:microsoft.com/office/officeart/2005/8/layout/vList3"/>
    <dgm:cxn modelId="{19D85615-C18A-4A74-BBE2-03F68E2D128F}" type="presParOf" srcId="{B4B5D45D-B6AE-4939-8E4F-975205FB54AB}" destId="{D27C0F07-1143-4BA7-811A-7E4DD9D1FB2E}" srcOrd="0" destOrd="0" presId="urn:microsoft.com/office/officeart/2005/8/layout/vList3"/>
    <dgm:cxn modelId="{AF8D3DA7-7351-4B09-8418-348FF3E254F3}" type="presParOf" srcId="{B4B5D45D-B6AE-4939-8E4F-975205FB54AB}" destId="{E391F0EC-E13E-41EF-BB9D-BAED0D8A9F90}" srcOrd="1" destOrd="0" presId="urn:microsoft.com/office/officeart/2005/8/layout/vList3"/>
    <dgm:cxn modelId="{76D0D36F-2DCB-47A6-9FBB-EB43B27F9A6E}" type="presParOf" srcId="{ED853B51-1EEA-4916-9EA8-DE7BF8C973BA}" destId="{70EAC95C-F69D-4137-8AB3-01B2B30C3853}" srcOrd="3" destOrd="0" presId="urn:microsoft.com/office/officeart/2005/8/layout/vList3"/>
    <dgm:cxn modelId="{2A69FC26-2438-497C-9A60-3DBCBFD7D9BE}" type="presParOf" srcId="{ED853B51-1EEA-4916-9EA8-DE7BF8C973BA}" destId="{0CAC8674-5AE2-4CB4-A7C2-7A9212968831}" srcOrd="4" destOrd="0" presId="urn:microsoft.com/office/officeart/2005/8/layout/vList3"/>
    <dgm:cxn modelId="{3721FEF7-FDBD-45D5-ABA1-65D55DAAEC9C}" type="presParOf" srcId="{0CAC8674-5AE2-4CB4-A7C2-7A9212968831}" destId="{51687592-7672-4116-B2D0-2DD5B5D53A3B}" srcOrd="0" destOrd="0" presId="urn:microsoft.com/office/officeart/2005/8/layout/vList3"/>
    <dgm:cxn modelId="{6509E2C4-F09D-4FD8-A6EF-606692D6D674}" type="presParOf" srcId="{0CAC8674-5AE2-4CB4-A7C2-7A9212968831}" destId="{9053F0EA-F05B-40D0-8D3A-2AC6CE9E4347}" srcOrd="1" destOrd="0" presId="urn:microsoft.com/office/officeart/2005/8/layout/vList3"/>
    <dgm:cxn modelId="{8BF52C23-878B-411B-B8F7-EEBD723FA4F2}" type="presParOf" srcId="{ED853B51-1EEA-4916-9EA8-DE7BF8C973BA}" destId="{199DE0FE-1041-4265-A429-039018FF4A7D}" srcOrd="5" destOrd="0" presId="urn:microsoft.com/office/officeart/2005/8/layout/vList3"/>
    <dgm:cxn modelId="{36897AB0-6B6B-406A-A053-299616482B47}" type="presParOf" srcId="{ED853B51-1EEA-4916-9EA8-DE7BF8C973BA}" destId="{D9947522-F5A6-49DD-BB1D-4534DF53A347}" srcOrd="6" destOrd="0" presId="urn:microsoft.com/office/officeart/2005/8/layout/vList3"/>
    <dgm:cxn modelId="{03E1CF82-9B3F-4712-BE88-78333B431ADD}" type="presParOf" srcId="{D9947522-F5A6-49DD-BB1D-4534DF53A347}" destId="{6BD60D8D-C71D-4EA7-9523-95F80B5D1B3B}" srcOrd="0" destOrd="0" presId="urn:microsoft.com/office/officeart/2005/8/layout/vList3"/>
    <dgm:cxn modelId="{3F6A4A0D-4C98-4BD3-8C8C-B91B166BBFE7}" type="presParOf" srcId="{D9947522-F5A6-49DD-BB1D-4534DF53A347}" destId="{0794A473-49C4-427D-99F0-41E708466D4B}" srcOrd="1" destOrd="0" presId="urn:microsoft.com/office/officeart/2005/8/layout/vList3"/>
    <dgm:cxn modelId="{0E41C536-5538-4B41-BC15-D70C7AF2AB7D}" type="presParOf" srcId="{ED853B51-1EEA-4916-9EA8-DE7BF8C973BA}" destId="{63DCBCBA-C015-4A3C-AF48-FE17A6812D6E}" srcOrd="7" destOrd="0" presId="urn:microsoft.com/office/officeart/2005/8/layout/vList3"/>
    <dgm:cxn modelId="{92F26193-4675-46DC-A57E-4DA6A4B4E341}" type="presParOf" srcId="{ED853B51-1EEA-4916-9EA8-DE7BF8C973BA}" destId="{9F9E6AF1-0C88-41FC-991F-F36FF035A6FA}" srcOrd="8" destOrd="0" presId="urn:microsoft.com/office/officeart/2005/8/layout/vList3"/>
    <dgm:cxn modelId="{64DD7E4C-BC6C-4256-BAC4-1439505F577F}" type="presParOf" srcId="{9F9E6AF1-0C88-41FC-991F-F36FF035A6FA}" destId="{675195C5-9B71-4FAC-A104-55CD3642C31C}" srcOrd="0" destOrd="0" presId="urn:microsoft.com/office/officeart/2005/8/layout/vList3"/>
    <dgm:cxn modelId="{077807B1-1ABA-4BCC-BEC4-BCC77937659A}" type="presParOf" srcId="{9F9E6AF1-0C88-41FC-991F-F36FF035A6FA}" destId="{FE048B5E-E206-44E2-87EE-31B29EBC3E0D}" srcOrd="1" destOrd="0" presId="urn:microsoft.com/office/officeart/2005/8/layout/vList3"/>
    <dgm:cxn modelId="{8436452F-961D-41E3-98D3-7AAF502EFF27}" type="presParOf" srcId="{ED853B51-1EEA-4916-9EA8-DE7BF8C973BA}" destId="{765614BD-78C7-4801-AC0E-B7A9F137B29B}" srcOrd="9" destOrd="0" presId="urn:microsoft.com/office/officeart/2005/8/layout/vList3"/>
    <dgm:cxn modelId="{892A5C40-D02C-4E51-9F8A-2CCF4EC8F201}" type="presParOf" srcId="{ED853B51-1EEA-4916-9EA8-DE7BF8C973BA}" destId="{4F24747A-A916-4CAD-B4A0-9B6CB39F40A5}" srcOrd="10" destOrd="0" presId="urn:microsoft.com/office/officeart/2005/8/layout/vList3"/>
    <dgm:cxn modelId="{62A35E71-BA62-48F7-94EB-A20643E4645B}" type="presParOf" srcId="{4F24747A-A916-4CAD-B4A0-9B6CB39F40A5}" destId="{4C2ACD73-4FF5-4FDB-913B-98D3A691B683}" srcOrd="0" destOrd="0" presId="urn:microsoft.com/office/officeart/2005/8/layout/vList3"/>
    <dgm:cxn modelId="{26540901-A709-42B6-B4BC-682DD4195BD0}" type="presParOf" srcId="{4F24747A-A916-4CAD-B4A0-9B6CB39F40A5}" destId="{2DB8091C-BB34-420F-AF83-65F69FC7840E}" srcOrd="1" destOrd="0" presId="urn:microsoft.com/office/officeart/2005/8/layout/vList3"/>
    <dgm:cxn modelId="{5280C3AE-5F80-4F79-A085-B44EDB57716E}" type="presParOf" srcId="{ED853B51-1EEA-4916-9EA8-DE7BF8C973BA}" destId="{58A00A9A-F6DE-4B59-B4CA-A0B667C376DC}" srcOrd="11" destOrd="0" presId="urn:microsoft.com/office/officeart/2005/8/layout/vList3"/>
    <dgm:cxn modelId="{33C67CD0-09FF-4135-8B26-6EC08AC7938D}" type="presParOf" srcId="{ED853B51-1EEA-4916-9EA8-DE7BF8C973BA}" destId="{DE66C54A-22FF-4329-9C3F-CBAA96FC68DF}" srcOrd="12" destOrd="0" presId="urn:microsoft.com/office/officeart/2005/8/layout/vList3"/>
    <dgm:cxn modelId="{E6162306-E548-40BC-A8C6-6C61835027CA}" type="presParOf" srcId="{DE66C54A-22FF-4329-9C3F-CBAA96FC68DF}" destId="{1C38C7AF-2241-4708-A7F5-2E4E5B3933D7}" srcOrd="0" destOrd="0" presId="urn:microsoft.com/office/officeart/2005/8/layout/vList3"/>
    <dgm:cxn modelId="{6CB92199-6CE0-4B11-9192-8AB1212A2BD0}" type="presParOf" srcId="{DE66C54A-22FF-4329-9C3F-CBAA96FC68DF}" destId="{B4C077F6-5C9B-41D4-9F15-F5242009E05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9FE3B7-512B-491D-B8E0-ECEE45CE796F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5EF92C50-0735-46AC-87AF-DC36EB15541D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Self-Students Registration</a:t>
          </a:r>
        </a:p>
      </dgm:t>
    </dgm:pt>
    <dgm:pt modelId="{8155F49D-2C3B-4A2C-B990-C9C4FC447FD9}" type="parTrans" cxnId="{CAAD7744-E47F-4351-BBC8-4B5434FA3817}">
      <dgm:prSet/>
      <dgm:spPr/>
      <dgm:t>
        <a:bodyPr/>
        <a:lstStyle/>
        <a:p>
          <a:endParaRPr lang="en-US" sz="1800"/>
        </a:p>
      </dgm:t>
    </dgm:pt>
    <dgm:pt modelId="{B5C95D28-3F5B-4192-9CB2-780CC7F43BB8}" type="sibTrans" cxnId="{CAAD7744-E47F-4351-BBC8-4B5434FA3817}">
      <dgm:prSet/>
      <dgm:spPr/>
      <dgm:t>
        <a:bodyPr/>
        <a:lstStyle/>
        <a:p>
          <a:endParaRPr lang="en-US" sz="1800"/>
        </a:p>
      </dgm:t>
    </dgm:pt>
    <dgm:pt modelId="{17E3ADE7-BD4A-4664-BE75-463C93E025EA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Review Registered Students </a:t>
          </a:r>
        </a:p>
      </dgm:t>
    </dgm:pt>
    <dgm:pt modelId="{E52B5922-C759-460B-A80D-6DB41C837E6C}" type="parTrans" cxnId="{E1E6DE74-F600-48FD-84B0-55F3600C35EF}">
      <dgm:prSet/>
      <dgm:spPr/>
      <dgm:t>
        <a:bodyPr/>
        <a:lstStyle/>
        <a:p>
          <a:endParaRPr lang="en-US" sz="1800"/>
        </a:p>
      </dgm:t>
    </dgm:pt>
    <dgm:pt modelId="{B04361DA-A0C1-493A-B503-382C060427E5}" type="sibTrans" cxnId="{E1E6DE74-F600-48FD-84B0-55F3600C35EF}">
      <dgm:prSet/>
      <dgm:spPr/>
      <dgm:t>
        <a:bodyPr/>
        <a:lstStyle/>
        <a:p>
          <a:endParaRPr lang="en-US" sz="1800"/>
        </a:p>
      </dgm:t>
    </dgm:pt>
    <dgm:pt modelId="{B4C6936C-EC91-4071-A5F4-8743FCA5ABF9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Sort Registered Students Alphabetically </a:t>
          </a:r>
        </a:p>
      </dgm:t>
    </dgm:pt>
    <dgm:pt modelId="{9DFE37D1-25E0-4AD3-AF57-744547DF682A}" type="parTrans" cxnId="{759D8B70-E322-4BC0-8EBD-314B0DA7542A}">
      <dgm:prSet/>
      <dgm:spPr/>
      <dgm:t>
        <a:bodyPr/>
        <a:lstStyle/>
        <a:p>
          <a:endParaRPr lang="en-US" sz="1800"/>
        </a:p>
      </dgm:t>
    </dgm:pt>
    <dgm:pt modelId="{7F7206A8-B908-436D-9E68-931D40AF6D8E}" type="sibTrans" cxnId="{759D8B70-E322-4BC0-8EBD-314B0DA7542A}">
      <dgm:prSet/>
      <dgm:spPr/>
      <dgm:t>
        <a:bodyPr/>
        <a:lstStyle/>
        <a:p>
          <a:endParaRPr lang="en-US" sz="1800"/>
        </a:p>
      </dgm:t>
    </dgm:pt>
    <dgm:pt modelId="{CB55B532-F735-4429-A471-0D5126B0D8FA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Priority Handling </a:t>
          </a:r>
        </a:p>
      </dgm:t>
    </dgm:pt>
    <dgm:pt modelId="{0C63FD83-4AFA-43CA-AFE9-3C0EA4F8151D}" type="parTrans" cxnId="{9963F877-35CB-4379-949D-D9FEE5A84BDA}">
      <dgm:prSet/>
      <dgm:spPr/>
      <dgm:t>
        <a:bodyPr/>
        <a:lstStyle/>
        <a:p>
          <a:endParaRPr lang="en-US" sz="1800"/>
        </a:p>
      </dgm:t>
    </dgm:pt>
    <dgm:pt modelId="{DBAC498E-0D1E-4413-9D4D-C8D86794DE89}" type="sibTrans" cxnId="{9963F877-35CB-4379-949D-D9FEE5A84BDA}">
      <dgm:prSet/>
      <dgm:spPr/>
      <dgm:t>
        <a:bodyPr/>
        <a:lstStyle/>
        <a:p>
          <a:endParaRPr lang="en-US" sz="1800"/>
        </a:p>
      </dgm:t>
    </dgm:pt>
    <dgm:pt modelId="{CDA9B3BB-C1B4-4C37-8DCC-3E31E780C9E2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Student Enrollment</a:t>
          </a:r>
        </a:p>
      </dgm:t>
    </dgm:pt>
    <dgm:pt modelId="{55161371-F11F-4D30-9272-FBD06AE167B0}" type="parTrans" cxnId="{44D624B6-4DD2-4D9E-B0AF-0E13884A6D87}">
      <dgm:prSet/>
      <dgm:spPr/>
      <dgm:t>
        <a:bodyPr/>
        <a:lstStyle/>
        <a:p>
          <a:endParaRPr lang="en-US" sz="1800"/>
        </a:p>
      </dgm:t>
    </dgm:pt>
    <dgm:pt modelId="{7C3D2430-A7BE-4625-A8DA-0107034545AB}" type="sibTrans" cxnId="{44D624B6-4DD2-4D9E-B0AF-0E13884A6D87}">
      <dgm:prSet/>
      <dgm:spPr/>
      <dgm:t>
        <a:bodyPr/>
        <a:lstStyle/>
        <a:p>
          <a:endParaRPr lang="en-US" sz="1800"/>
        </a:p>
      </dgm:t>
    </dgm:pt>
    <dgm:pt modelId="{6C733233-D4E7-4B52-93BA-1A339E46132C}">
      <dgm:prSet phldrT="[Text]" custT="1"/>
      <dgm:spPr/>
      <dgm:t>
        <a:bodyPr/>
        <a:lstStyle/>
        <a:p>
          <a:pPr algn="ctr">
            <a:buNone/>
          </a:pPr>
          <a:r>
            <a:rPr lang="en-US" sz="1800" dirty="0"/>
            <a:t>Review Enrolled Students </a:t>
          </a:r>
        </a:p>
      </dgm:t>
    </dgm:pt>
    <dgm:pt modelId="{25C343E5-28F0-4EEF-BAD0-EAE756FD9D6F}" type="parTrans" cxnId="{DB1849CC-1AA6-464F-9CB3-1903986507F7}">
      <dgm:prSet/>
      <dgm:spPr/>
      <dgm:t>
        <a:bodyPr/>
        <a:lstStyle/>
        <a:p>
          <a:endParaRPr lang="en-US" sz="1800"/>
        </a:p>
      </dgm:t>
    </dgm:pt>
    <dgm:pt modelId="{30648C6B-B801-42F5-B55F-E40D8AA87F2F}" type="sibTrans" cxnId="{DB1849CC-1AA6-464F-9CB3-1903986507F7}">
      <dgm:prSet/>
      <dgm:spPr/>
      <dgm:t>
        <a:bodyPr/>
        <a:lstStyle/>
        <a:p>
          <a:endParaRPr lang="en-US" sz="1800"/>
        </a:p>
      </dgm:t>
    </dgm:pt>
    <dgm:pt modelId="{CF4B41BF-712E-40CF-BE37-834C5D417B2D}" type="pres">
      <dgm:prSet presAssocID="{5C9FE3B7-512B-491D-B8E0-ECEE45CE796F}" presName="linear" presStyleCnt="0">
        <dgm:presLayoutVars>
          <dgm:dir/>
          <dgm:animLvl val="lvl"/>
          <dgm:resizeHandles val="exact"/>
        </dgm:presLayoutVars>
      </dgm:prSet>
      <dgm:spPr/>
    </dgm:pt>
    <dgm:pt modelId="{9AD44F98-626B-40AE-9970-6E3855CF0ADE}" type="pres">
      <dgm:prSet presAssocID="{5EF92C50-0735-46AC-87AF-DC36EB15541D}" presName="parentLin" presStyleCnt="0"/>
      <dgm:spPr/>
    </dgm:pt>
    <dgm:pt modelId="{E306D46E-12DD-4989-93AB-C82691660DEB}" type="pres">
      <dgm:prSet presAssocID="{5EF92C50-0735-46AC-87AF-DC36EB15541D}" presName="parentLeftMargin" presStyleLbl="node1" presStyleIdx="0" presStyleCnt="6"/>
      <dgm:spPr/>
    </dgm:pt>
    <dgm:pt modelId="{EF95C7E5-4FE0-4B8C-BF11-327D81D26F05}" type="pres">
      <dgm:prSet presAssocID="{5EF92C50-0735-46AC-87AF-DC36EB15541D}" presName="parentText" presStyleLbl="node1" presStyleIdx="0" presStyleCnt="6" custScaleX="138946">
        <dgm:presLayoutVars>
          <dgm:chMax val="0"/>
          <dgm:bulletEnabled val="1"/>
        </dgm:presLayoutVars>
      </dgm:prSet>
      <dgm:spPr/>
    </dgm:pt>
    <dgm:pt modelId="{BECE82CC-1ABE-4B16-8043-731528709A52}" type="pres">
      <dgm:prSet presAssocID="{5EF92C50-0735-46AC-87AF-DC36EB15541D}" presName="negativeSpace" presStyleCnt="0"/>
      <dgm:spPr/>
    </dgm:pt>
    <dgm:pt modelId="{94574829-C567-4027-B035-F3843A5FCA5F}" type="pres">
      <dgm:prSet presAssocID="{5EF92C50-0735-46AC-87AF-DC36EB15541D}" presName="childText" presStyleLbl="conFgAcc1" presStyleIdx="0" presStyleCnt="6">
        <dgm:presLayoutVars>
          <dgm:bulletEnabled val="1"/>
        </dgm:presLayoutVars>
      </dgm:prSet>
      <dgm:spPr/>
    </dgm:pt>
    <dgm:pt modelId="{B14D4FC6-AF3F-4534-A7D2-0B8CB2A5FDDC}" type="pres">
      <dgm:prSet presAssocID="{B5C95D28-3F5B-4192-9CB2-780CC7F43BB8}" presName="spaceBetweenRectangles" presStyleCnt="0"/>
      <dgm:spPr/>
    </dgm:pt>
    <dgm:pt modelId="{2B2FD3BA-A6FD-4DB1-AF81-3E91AFDA2CC9}" type="pres">
      <dgm:prSet presAssocID="{CB55B532-F735-4429-A471-0D5126B0D8FA}" presName="parentLin" presStyleCnt="0"/>
      <dgm:spPr/>
    </dgm:pt>
    <dgm:pt modelId="{15DBDE5B-87F6-4BA2-B31D-05D5EB2DC604}" type="pres">
      <dgm:prSet presAssocID="{CB55B532-F735-4429-A471-0D5126B0D8FA}" presName="parentLeftMargin" presStyleLbl="node1" presStyleIdx="0" presStyleCnt="6"/>
      <dgm:spPr/>
    </dgm:pt>
    <dgm:pt modelId="{045086F5-5367-408D-958E-A3DF227B5399}" type="pres">
      <dgm:prSet presAssocID="{CB55B532-F735-4429-A471-0D5126B0D8FA}" presName="parentText" presStyleLbl="node1" presStyleIdx="1" presStyleCnt="6" custScaleX="138946">
        <dgm:presLayoutVars>
          <dgm:chMax val="0"/>
          <dgm:bulletEnabled val="1"/>
        </dgm:presLayoutVars>
      </dgm:prSet>
      <dgm:spPr/>
    </dgm:pt>
    <dgm:pt modelId="{338BA289-CC98-413B-8361-1A65372BB3B7}" type="pres">
      <dgm:prSet presAssocID="{CB55B532-F735-4429-A471-0D5126B0D8FA}" presName="negativeSpace" presStyleCnt="0"/>
      <dgm:spPr/>
    </dgm:pt>
    <dgm:pt modelId="{FD1EB4C9-700C-45A0-8F53-269F990276D7}" type="pres">
      <dgm:prSet presAssocID="{CB55B532-F735-4429-A471-0D5126B0D8FA}" presName="childText" presStyleLbl="conFgAcc1" presStyleIdx="1" presStyleCnt="6">
        <dgm:presLayoutVars>
          <dgm:bulletEnabled val="1"/>
        </dgm:presLayoutVars>
      </dgm:prSet>
      <dgm:spPr/>
    </dgm:pt>
    <dgm:pt modelId="{ACF27E6D-F817-43E3-BF7B-3B0052AFBDB3}" type="pres">
      <dgm:prSet presAssocID="{DBAC498E-0D1E-4413-9D4D-C8D86794DE89}" presName="spaceBetweenRectangles" presStyleCnt="0"/>
      <dgm:spPr/>
    </dgm:pt>
    <dgm:pt modelId="{46F5FC19-2AC6-41BD-9083-BC1F1A57DE86}" type="pres">
      <dgm:prSet presAssocID="{17E3ADE7-BD4A-4664-BE75-463C93E025EA}" presName="parentLin" presStyleCnt="0"/>
      <dgm:spPr/>
    </dgm:pt>
    <dgm:pt modelId="{BB8A4447-94F3-4740-8AA0-877C1AFC7E95}" type="pres">
      <dgm:prSet presAssocID="{17E3ADE7-BD4A-4664-BE75-463C93E025EA}" presName="parentLeftMargin" presStyleLbl="node1" presStyleIdx="1" presStyleCnt="6"/>
      <dgm:spPr/>
    </dgm:pt>
    <dgm:pt modelId="{7349FB90-5FBB-4583-B596-8D41A8FEFC9D}" type="pres">
      <dgm:prSet presAssocID="{17E3ADE7-BD4A-4664-BE75-463C93E025EA}" presName="parentText" presStyleLbl="node1" presStyleIdx="2" presStyleCnt="6" custScaleX="138946">
        <dgm:presLayoutVars>
          <dgm:chMax val="0"/>
          <dgm:bulletEnabled val="1"/>
        </dgm:presLayoutVars>
      </dgm:prSet>
      <dgm:spPr/>
    </dgm:pt>
    <dgm:pt modelId="{D6C14ED9-9972-499D-BEE2-9FE6062FF439}" type="pres">
      <dgm:prSet presAssocID="{17E3ADE7-BD4A-4664-BE75-463C93E025EA}" presName="negativeSpace" presStyleCnt="0"/>
      <dgm:spPr/>
    </dgm:pt>
    <dgm:pt modelId="{44FA5C2F-782C-451A-8C4A-578DB59900EE}" type="pres">
      <dgm:prSet presAssocID="{17E3ADE7-BD4A-4664-BE75-463C93E025EA}" presName="childText" presStyleLbl="conFgAcc1" presStyleIdx="2" presStyleCnt="6">
        <dgm:presLayoutVars>
          <dgm:bulletEnabled val="1"/>
        </dgm:presLayoutVars>
      </dgm:prSet>
      <dgm:spPr/>
    </dgm:pt>
    <dgm:pt modelId="{2577F18E-3A1B-40EA-98DC-050F26CA9F32}" type="pres">
      <dgm:prSet presAssocID="{B04361DA-A0C1-493A-B503-382C060427E5}" presName="spaceBetweenRectangles" presStyleCnt="0"/>
      <dgm:spPr/>
    </dgm:pt>
    <dgm:pt modelId="{11CA6C7F-E9E8-42E3-9DD8-92CAC1526202}" type="pres">
      <dgm:prSet presAssocID="{B4C6936C-EC91-4071-A5F4-8743FCA5ABF9}" presName="parentLin" presStyleCnt="0"/>
      <dgm:spPr/>
    </dgm:pt>
    <dgm:pt modelId="{1D062AD1-3E96-4C69-82F7-B3ADE1EDEBF9}" type="pres">
      <dgm:prSet presAssocID="{B4C6936C-EC91-4071-A5F4-8743FCA5ABF9}" presName="parentLeftMargin" presStyleLbl="node1" presStyleIdx="2" presStyleCnt="6"/>
      <dgm:spPr/>
    </dgm:pt>
    <dgm:pt modelId="{AB166F63-2DDF-403B-9F05-A4ACAD70FFCF}" type="pres">
      <dgm:prSet presAssocID="{B4C6936C-EC91-4071-A5F4-8743FCA5ABF9}" presName="parentText" presStyleLbl="node1" presStyleIdx="3" presStyleCnt="6" custScaleX="138946">
        <dgm:presLayoutVars>
          <dgm:chMax val="0"/>
          <dgm:bulletEnabled val="1"/>
        </dgm:presLayoutVars>
      </dgm:prSet>
      <dgm:spPr/>
    </dgm:pt>
    <dgm:pt modelId="{35D9F200-EBA7-4C30-A846-40FD0B43DE65}" type="pres">
      <dgm:prSet presAssocID="{B4C6936C-EC91-4071-A5F4-8743FCA5ABF9}" presName="negativeSpace" presStyleCnt="0"/>
      <dgm:spPr/>
    </dgm:pt>
    <dgm:pt modelId="{B72E7A5D-8AEF-4A14-B773-7F8B82E9A7CE}" type="pres">
      <dgm:prSet presAssocID="{B4C6936C-EC91-4071-A5F4-8743FCA5ABF9}" presName="childText" presStyleLbl="conFgAcc1" presStyleIdx="3" presStyleCnt="6">
        <dgm:presLayoutVars>
          <dgm:bulletEnabled val="1"/>
        </dgm:presLayoutVars>
      </dgm:prSet>
      <dgm:spPr/>
    </dgm:pt>
    <dgm:pt modelId="{AF3DDC64-0FC1-462C-A912-DFFAD2B3452E}" type="pres">
      <dgm:prSet presAssocID="{7F7206A8-B908-436D-9E68-931D40AF6D8E}" presName="spaceBetweenRectangles" presStyleCnt="0"/>
      <dgm:spPr/>
    </dgm:pt>
    <dgm:pt modelId="{90C3A3BF-D144-4A02-B57E-11C4E7053D60}" type="pres">
      <dgm:prSet presAssocID="{CDA9B3BB-C1B4-4C37-8DCC-3E31E780C9E2}" presName="parentLin" presStyleCnt="0"/>
      <dgm:spPr/>
    </dgm:pt>
    <dgm:pt modelId="{57F748A9-36F3-464C-AC64-CDA104BF9258}" type="pres">
      <dgm:prSet presAssocID="{CDA9B3BB-C1B4-4C37-8DCC-3E31E780C9E2}" presName="parentLeftMargin" presStyleLbl="node1" presStyleIdx="3" presStyleCnt="6"/>
      <dgm:spPr/>
    </dgm:pt>
    <dgm:pt modelId="{0B8FB84F-CC88-4407-907D-97A0783CCE0E}" type="pres">
      <dgm:prSet presAssocID="{CDA9B3BB-C1B4-4C37-8DCC-3E31E780C9E2}" presName="parentText" presStyleLbl="node1" presStyleIdx="4" presStyleCnt="6" custScaleX="138946">
        <dgm:presLayoutVars>
          <dgm:chMax val="0"/>
          <dgm:bulletEnabled val="1"/>
        </dgm:presLayoutVars>
      </dgm:prSet>
      <dgm:spPr/>
    </dgm:pt>
    <dgm:pt modelId="{7FA994FB-7DC8-4E04-808E-68C05A549598}" type="pres">
      <dgm:prSet presAssocID="{CDA9B3BB-C1B4-4C37-8DCC-3E31E780C9E2}" presName="negativeSpace" presStyleCnt="0"/>
      <dgm:spPr/>
    </dgm:pt>
    <dgm:pt modelId="{77C9F6DA-7B4B-4183-B511-629477166476}" type="pres">
      <dgm:prSet presAssocID="{CDA9B3BB-C1B4-4C37-8DCC-3E31E780C9E2}" presName="childText" presStyleLbl="conFgAcc1" presStyleIdx="4" presStyleCnt="6">
        <dgm:presLayoutVars>
          <dgm:bulletEnabled val="1"/>
        </dgm:presLayoutVars>
      </dgm:prSet>
      <dgm:spPr/>
    </dgm:pt>
    <dgm:pt modelId="{6E44FD23-DD1E-443A-B37A-5FC8E52A5ACB}" type="pres">
      <dgm:prSet presAssocID="{7C3D2430-A7BE-4625-A8DA-0107034545AB}" presName="spaceBetweenRectangles" presStyleCnt="0"/>
      <dgm:spPr/>
    </dgm:pt>
    <dgm:pt modelId="{9CF41578-4C61-42EF-9582-FA6F2981FA50}" type="pres">
      <dgm:prSet presAssocID="{6C733233-D4E7-4B52-93BA-1A339E46132C}" presName="parentLin" presStyleCnt="0"/>
      <dgm:spPr/>
    </dgm:pt>
    <dgm:pt modelId="{BB0AAFED-6165-4531-BAED-8083D49B78A0}" type="pres">
      <dgm:prSet presAssocID="{6C733233-D4E7-4B52-93BA-1A339E46132C}" presName="parentLeftMargin" presStyleLbl="node1" presStyleIdx="4" presStyleCnt="6"/>
      <dgm:spPr/>
    </dgm:pt>
    <dgm:pt modelId="{A9C856A1-D1F8-4A5B-966C-1E2711C00FBF}" type="pres">
      <dgm:prSet presAssocID="{6C733233-D4E7-4B52-93BA-1A339E46132C}" presName="parentText" presStyleLbl="node1" presStyleIdx="5" presStyleCnt="6" custScaleX="138946">
        <dgm:presLayoutVars>
          <dgm:chMax val="0"/>
          <dgm:bulletEnabled val="1"/>
        </dgm:presLayoutVars>
      </dgm:prSet>
      <dgm:spPr/>
    </dgm:pt>
    <dgm:pt modelId="{F9208830-E678-493F-A388-65346BA57B6F}" type="pres">
      <dgm:prSet presAssocID="{6C733233-D4E7-4B52-93BA-1A339E46132C}" presName="negativeSpace" presStyleCnt="0"/>
      <dgm:spPr/>
    </dgm:pt>
    <dgm:pt modelId="{0DAEACBF-7A8E-4E79-8260-83F808818BB1}" type="pres">
      <dgm:prSet presAssocID="{6C733233-D4E7-4B52-93BA-1A339E46132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2231A15-34C2-4D5B-B02E-434E3578562B}" type="presOf" srcId="{CDA9B3BB-C1B4-4C37-8DCC-3E31E780C9E2}" destId="{0B8FB84F-CC88-4407-907D-97A0783CCE0E}" srcOrd="1" destOrd="0" presId="urn:microsoft.com/office/officeart/2005/8/layout/list1"/>
    <dgm:cxn modelId="{BF28D715-C1D6-4832-BAFF-1D3EA69038C5}" type="presOf" srcId="{17E3ADE7-BD4A-4664-BE75-463C93E025EA}" destId="{7349FB90-5FBB-4583-B596-8D41A8FEFC9D}" srcOrd="1" destOrd="0" presId="urn:microsoft.com/office/officeart/2005/8/layout/list1"/>
    <dgm:cxn modelId="{B5506A21-3F28-401A-810B-2A5FD51E3745}" type="presOf" srcId="{CB55B532-F735-4429-A471-0D5126B0D8FA}" destId="{045086F5-5367-408D-958E-A3DF227B5399}" srcOrd="1" destOrd="0" presId="urn:microsoft.com/office/officeart/2005/8/layout/list1"/>
    <dgm:cxn modelId="{85F23825-7E54-4B99-81A1-A71314C986C1}" type="presOf" srcId="{CDA9B3BB-C1B4-4C37-8DCC-3E31E780C9E2}" destId="{57F748A9-36F3-464C-AC64-CDA104BF9258}" srcOrd="0" destOrd="0" presId="urn:microsoft.com/office/officeart/2005/8/layout/list1"/>
    <dgm:cxn modelId="{D5939532-A79B-4035-B1AF-F98AEAD13CF7}" type="presOf" srcId="{CB55B532-F735-4429-A471-0D5126B0D8FA}" destId="{15DBDE5B-87F6-4BA2-B31D-05D5EB2DC604}" srcOrd="0" destOrd="0" presId="urn:microsoft.com/office/officeart/2005/8/layout/list1"/>
    <dgm:cxn modelId="{D3AECC63-D160-4954-B94A-1E4BFA383C18}" type="presOf" srcId="{5C9FE3B7-512B-491D-B8E0-ECEE45CE796F}" destId="{CF4B41BF-712E-40CF-BE37-834C5D417B2D}" srcOrd="0" destOrd="0" presId="urn:microsoft.com/office/officeart/2005/8/layout/list1"/>
    <dgm:cxn modelId="{CAAD7744-E47F-4351-BBC8-4B5434FA3817}" srcId="{5C9FE3B7-512B-491D-B8E0-ECEE45CE796F}" destId="{5EF92C50-0735-46AC-87AF-DC36EB15541D}" srcOrd="0" destOrd="0" parTransId="{8155F49D-2C3B-4A2C-B990-C9C4FC447FD9}" sibTransId="{B5C95D28-3F5B-4192-9CB2-780CC7F43BB8}"/>
    <dgm:cxn modelId="{EE7A6347-C58B-405C-9D66-4EF6443E121C}" type="presOf" srcId="{6C733233-D4E7-4B52-93BA-1A339E46132C}" destId="{BB0AAFED-6165-4531-BAED-8083D49B78A0}" srcOrd="0" destOrd="0" presId="urn:microsoft.com/office/officeart/2005/8/layout/list1"/>
    <dgm:cxn modelId="{D3AE2D4C-3B90-40E9-AD02-D7BFB5629B32}" type="presOf" srcId="{5EF92C50-0735-46AC-87AF-DC36EB15541D}" destId="{E306D46E-12DD-4989-93AB-C82691660DEB}" srcOrd="0" destOrd="0" presId="urn:microsoft.com/office/officeart/2005/8/layout/list1"/>
    <dgm:cxn modelId="{759D8B70-E322-4BC0-8EBD-314B0DA7542A}" srcId="{5C9FE3B7-512B-491D-B8E0-ECEE45CE796F}" destId="{B4C6936C-EC91-4071-A5F4-8743FCA5ABF9}" srcOrd="3" destOrd="0" parTransId="{9DFE37D1-25E0-4AD3-AF57-744547DF682A}" sibTransId="{7F7206A8-B908-436D-9E68-931D40AF6D8E}"/>
    <dgm:cxn modelId="{E1E6DE74-F600-48FD-84B0-55F3600C35EF}" srcId="{5C9FE3B7-512B-491D-B8E0-ECEE45CE796F}" destId="{17E3ADE7-BD4A-4664-BE75-463C93E025EA}" srcOrd="2" destOrd="0" parTransId="{E52B5922-C759-460B-A80D-6DB41C837E6C}" sibTransId="{B04361DA-A0C1-493A-B503-382C060427E5}"/>
    <dgm:cxn modelId="{9963F877-35CB-4379-949D-D9FEE5A84BDA}" srcId="{5C9FE3B7-512B-491D-B8E0-ECEE45CE796F}" destId="{CB55B532-F735-4429-A471-0D5126B0D8FA}" srcOrd="1" destOrd="0" parTransId="{0C63FD83-4AFA-43CA-AFE9-3C0EA4F8151D}" sibTransId="{DBAC498E-0D1E-4413-9D4D-C8D86794DE89}"/>
    <dgm:cxn modelId="{E727079D-D245-4146-8D46-64C23D5C7FDC}" type="presOf" srcId="{6C733233-D4E7-4B52-93BA-1A339E46132C}" destId="{A9C856A1-D1F8-4A5B-966C-1E2711C00FBF}" srcOrd="1" destOrd="0" presId="urn:microsoft.com/office/officeart/2005/8/layout/list1"/>
    <dgm:cxn modelId="{765C9AB2-B649-4324-AA4D-B74DFACE3DB9}" type="presOf" srcId="{5EF92C50-0735-46AC-87AF-DC36EB15541D}" destId="{EF95C7E5-4FE0-4B8C-BF11-327D81D26F05}" srcOrd="1" destOrd="0" presId="urn:microsoft.com/office/officeart/2005/8/layout/list1"/>
    <dgm:cxn modelId="{44D624B6-4DD2-4D9E-B0AF-0E13884A6D87}" srcId="{5C9FE3B7-512B-491D-B8E0-ECEE45CE796F}" destId="{CDA9B3BB-C1B4-4C37-8DCC-3E31E780C9E2}" srcOrd="4" destOrd="0" parTransId="{55161371-F11F-4D30-9272-FBD06AE167B0}" sibTransId="{7C3D2430-A7BE-4625-A8DA-0107034545AB}"/>
    <dgm:cxn modelId="{30A1CFC8-FB73-48DF-97C3-8298820245A6}" type="presOf" srcId="{B4C6936C-EC91-4071-A5F4-8743FCA5ABF9}" destId="{AB166F63-2DDF-403B-9F05-A4ACAD70FFCF}" srcOrd="1" destOrd="0" presId="urn:microsoft.com/office/officeart/2005/8/layout/list1"/>
    <dgm:cxn modelId="{DB1849CC-1AA6-464F-9CB3-1903986507F7}" srcId="{5C9FE3B7-512B-491D-B8E0-ECEE45CE796F}" destId="{6C733233-D4E7-4B52-93BA-1A339E46132C}" srcOrd="5" destOrd="0" parTransId="{25C343E5-28F0-4EEF-BAD0-EAE756FD9D6F}" sibTransId="{30648C6B-B801-42F5-B55F-E40D8AA87F2F}"/>
    <dgm:cxn modelId="{C933E1E4-965F-47AC-ABED-07CB9CD99D7F}" type="presOf" srcId="{17E3ADE7-BD4A-4664-BE75-463C93E025EA}" destId="{BB8A4447-94F3-4740-8AA0-877C1AFC7E95}" srcOrd="0" destOrd="0" presId="urn:microsoft.com/office/officeart/2005/8/layout/list1"/>
    <dgm:cxn modelId="{8E4C28F2-D8EF-439A-BA55-0B74A65B587D}" type="presOf" srcId="{B4C6936C-EC91-4071-A5F4-8743FCA5ABF9}" destId="{1D062AD1-3E96-4C69-82F7-B3ADE1EDEBF9}" srcOrd="0" destOrd="0" presId="urn:microsoft.com/office/officeart/2005/8/layout/list1"/>
    <dgm:cxn modelId="{7DEEE06D-508F-4B6D-8196-0C8800F7C8F0}" type="presParOf" srcId="{CF4B41BF-712E-40CF-BE37-834C5D417B2D}" destId="{9AD44F98-626B-40AE-9970-6E3855CF0ADE}" srcOrd="0" destOrd="0" presId="urn:microsoft.com/office/officeart/2005/8/layout/list1"/>
    <dgm:cxn modelId="{ABF19A2F-BD4C-4F6F-BCF4-F20B54246D66}" type="presParOf" srcId="{9AD44F98-626B-40AE-9970-6E3855CF0ADE}" destId="{E306D46E-12DD-4989-93AB-C82691660DEB}" srcOrd="0" destOrd="0" presId="urn:microsoft.com/office/officeart/2005/8/layout/list1"/>
    <dgm:cxn modelId="{DB16F082-9113-43AD-937D-565206C2EA51}" type="presParOf" srcId="{9AD44F98-626B-40AE-9970-6E3855CF0ADE}" destId="{EF95C7E5-4FE0-4B8C-BF11-327D81D26F05}" srcOrd="1" destOrd="0" presId="urn:microsoft.com/office/officeart/2005/8/layout/list1"/>
    <dgm:cxn modelId="{7BDEA386-ADBE-4246-AE57-71119CC00788}" type="presParOf" srcId="{CF4B41BF-712E-40CF-BE37-834C5D417B2D}" destId="{BECE82CC-1ABE-4B16-8043-731528709A52}" srcOrd="1" destOrd="0" presId="urn:microsoft.com/office/officeart/2005/8/layout/list1"/>
    <dgm:cxn modelId="{79BED738-47F2-408E-83AA-A01D93629633}" type="presParOf" srcId="{CF4B41BF-712E-40CF-BE37-834C5D417B2D}" destId="{94574829-C567-4027-B035-F3843A5FCA5F}" srcOrd="2" destOrd="0" presId="urn:microsoft.com/office/officeart/2005/8/layout/list1"/>
    <dgm:cxn modelId="{C397F761-0B0A-41E6-B7FE-C5068E87CB63}" type="presParOf" srcId="{CF4B41BF-712E-40CF-BE37-834C5D417B2D}" destId="{B14D4FC6-AF3F-4534-A7D2-0B8CB2A5FDDC}" srcOrd="3" destOrd="0" presId="urn:microsoft.com/office/officeart/2005/8/layout/list1"/>
    <dgm:cxn modelId="{ADB0FAFF-42E5-4EC6-BD5E-5254B9B61681}" type="presParOf" srcId="{CF4B41BF-712E-40CF-BE37-834C5D417B2D}" destId="{2B2FD3BA-A6FD-4DB1-AF81-3E91AFDA2CC9}" srcOrd="4" destOrd="0" presId="urn:microsoft.com/office/officeart/2005/8/layout/list1"/>
    <dgm:cxn modelId="{AB7AFA0B-9709-4364-885E-A07C0F6E1CBE}" type="presParOf" srcId="{2B2FD3BA-A6FD-4DB1-AF81-3E91AFDA2CC9}" destId="{15DBDE5B-87F6-4BA2-B31D-05D5EB2DC604}" srcOrd="0" destOrd="0" presId="urn:microsoft.com/office/officeart/2005/8/layout/list1"/>
    <dgm:cxn modelId="{7A387D2A-285B-4507-A036-4BB6C4B554D2}" type="presParOf" srcId="{2B2FD3BA-A6FD-4DB1-AF81-3E91AFDA2CC9}" destId="{045086F5-5367-408D-958E-A3DF227B5399}" srcOrd="1" destOrd="0" presId="urn:microsoft.com/office/officeart/2005/8/layout/list1"/>
    <dgm:cxn modelId="{10BD89ED-D88D-4376-BEB9-D10FF6D732DA}" type="presParOf" srcId="{CF4B41BF-712E-40CF-BE37-834C5D417B2D}" destId="{338BA289-CC98-413B-8361-1A65372BB3B7}" srcOrd="5" destOrd="0" presId="urn:microsoft.com/office/officeart/2005/8/layout/list1"/>
    <dgm:cxn modelId="{778FC9AC-F9D8-44D2-AB89-E71E94C68E38}" type="presParOf" srcId="{CF4B41BF-712E-40CF-BE37-834C5D417B2D}" destId="{FD1EB4C9-700C-45A0-8F53-269F990276D7}" srcOrd="6" destOrd="0" presId="urn:microsoft.com/office/officeart/2005/8/layout/list1"/>
    <dgm:cxn modelId="{FD69C3CC-8A2A-4916-8B7D-AA4C09AC6DC9}" type="presParOf" srcId="{CF4B41BF-712E-40CF-BE37-834C5D417B2D}" destId="{ACF27E6D-F817-43E3-BF7B-3B0052AFBDB3}" srcOrd="7" destOrd="0" presId="urn:microsoft.com/office/officeart/2005/8/layout/list1"/>
    <dgm:cxn modelId="{8762257F-B719-422E-9F0F-39707ECE54B6}" type="presParOf" srcId="{CF4B41BF-712E-40CF-BE37-834C5D417B2D}" destId="{46F5FC19-2AC6-41BD-9083-BC1F1A57DE86}" srcOrd="8" destOrd="0" presId="urn:microsoft.com/office/officeart/2005/8/layout/list1"/>
    <dgm:cxn modelId="{B19A9C34-ABF7-4D14-855E-334FB4038B01}" type="presParOf" srcId="{46F5FC19-2AC6-41BD-9083-BC1F1A57DE86}" destId="{BB8A4447-94F3-4740-8AA0-877C1AFC7E95}" srcOrd="0" destOrd="0" presId="urn:microsoft.com/office/officeart/2005/8/layout/list1"/>
    <dgm:cxn modelId="{821DFADE-554A-4E7D-A7AC-9EBC9DEA6A20}" type="presParOf" srcId="{46F5FC19-2AC6-41BD-9083-BC1F1A57DE86}" destId="{7349FB90-5FBB-4583-B596-8D41A8FEFC9D}" srcOrd="1" destOrd="0" presId="urn:microsoft.com/office/officeart/2005/8/layout/list1"/>
    <dgm:cxn modelId="{E4007CBD-AB48-42C9-8D35-72E068A4631D}" type="presParOf" srcId="{CF4B41BF-712E-40CF-BE37-834C5D417B2D}" destId="{D6C14ED9-9972-499D-BEE2-9FE6062FF439}" srcOrd="9" destOrd="0" presId="urn:microsoft.com/office/officeart/2005/8/layout/list1"/>
    <dgm:cxn modelId="{35F5B9B5-3D12-4021-99F8-668138221CC2}" type="presParOf" srcId="{CF4B41BF-712E-40CF-BE37-834C5D417B2D}" destId="{44FA5C2F-782C-451A-8C4A-578DB59900EE}" srcOrd="10" destOrd="0" presId="urn:microsoft.com/office/officeart/2005/8/layout/list1"/>
    <dgm:cxn modelId="{67A67990-48FD-4879-B96D-D436469AFE80}" type="presParOf" srcId="{CF4B41BF-712E-40CF-BE37-834C5D417B2D}" destId="{2577F18E-3A1B-40EA-98DC-050F26CA9F32}" srcOrd="11" destOrd="0" presId="urn:microsoft.com/office/officeart/2005/8/layout/list1"/>
    <dgm:cxn modelId="{643D01E6-433D-48E2-9986-6327F7155BF4}" type="presParOf" srcId="{CF4B41BF-712E-40CF-BE37-834C5D417B2D}" destId="{11CA6C7F-E9E8-42E3-9DD8-92CAC1526202}" srcOrd="12" destOrd="0" presId="urn:microsoft.com/office/officeart/2005/8/layout/list1"/>
    <dgm:cxn modelId="{10287832-FA9D-492B-BC8D-4967F79FEB23}" type="presParOf" srcId="{11CA6C7F-E9E8-42E3-9DD8-92CAC1526202}" destId="{1D062AD1-3E96-4C69-82F7-B3ADE1EDEBF9}" srcOrd="0" destOrd="0" presId="urn:microsoft.com/office/officeart/2005/8/layout/list1"/>
    <dgm:cxn modelId="{4161B5F8-DC59-4A4F-BEC2-D790CBDC9D5F}" type="presParOf" srcId="{11CA6C7F-E9E8-42E3-9DD8-92CAC1526202}" destId="{AB166F63-2DDF-403B-9F05-A4ACAD70FFCF}" srcOrd="1" destOrd="0" presId="urn:microsoft.com/office/officeart/2005/8/layout/list1"/>
    <dgm:cxn modelId="{F0651205-26E7-4323-8CB7-BB6A2D75B25F}" type="presParOf" srcId="{CF4B41BF-712E-40CF-BE37-834C5D417B2D}" destId="{35D9F200-EBA7-4C30-A846-40FD0B43DE65}" srcOrd="13" destOrd="0" presId="urn:microsoft.com/office/officeart/2005/8/layout/list1"/>
    <dgm:cxn modelId="{9E9FDC3F-394F-474A-9C85-9389F1622776}" type="presParOf" srcId="{CF4B41BF-712E-40CF-BE37-834C5D417B2D}" destId="{B72E7A5D-8AEF-4A14-B773-7F8B82E9A7CE}" srcOrd="14" destOrd="0" presId="urn:microsoft.com/office/officeart/2005/8/layout/list1"/>
    <dgm:cxn modelId="{9CA9B48A-18B1-434C-A622-25B086A4770F}" type="presParOf" srcId="{CF4B41BF-712E-40CF-BE37-834C5D417B2D}" destId="{AF3DDC64-0FC1-462C-A912-DFFAD2B3452E}" srcOrd="15" destOrd="0" presId="urn:microsoft.com/office/officeart/2005/8/layout/list1"/>
    <dgm:cxn modelId="{4A3F7994-4C94-4887-8150-527EA9ADAA23}" type="presParOf" srcId="{CF4B41BF-712E-40CF-BE37-834C5D417B2D}" destId="{90C3A3BF-D144-4A02-B57E-11C4E7053D60}" srcOrd="16" destOrd="0" presId="urn:microsoft.com/office/officeart/2005/8/layout/list1"/>
    <dgm:cxn modelId="{0AF7C1D7-5FC6-45DF-B3A8-68D7644845C6}" type="presParOf" srcId="{90C3A3BF-D144-4A02-B57E-11C4E7053D60}" destId="{57F748A9-36F3-464C-AC64-CDA104BF9258}" srcOrd="0" destOrd="0" presId="urn:microsoft.com/office/officeart/2005/8/layout/list1"/>
    <dgm:cxn modelId="{9FD68F33-90ED-4905-9D81-69DFAAFEBC1E}" type="presParOf" srcId="{90C3A3BF-D144-4A02-B57E-11C4E7053D60}" destId="{0B8FB84F-CC88-4407-907D-97A0783CCE0E}" srcOrd="1" destOrd="0" presId="urn:microsoft.com/office/officeart/2005/8/layout/list1"/>
    <dgm:cxn modelId="{72C796F3-5222-4FF3-AD86-896E9870BB7B}" type="presParOf" srcId="{CF4B41BF-712E-40CF-BE37-834C5D417B2D}" destId="{7FA994FB-7DC8-4E04-808E-68C05A549598}" srcOrd="17" destOrd="0" presId="urn:microsoft.com/office/officeart/2005/8/layout/list1"/>
    <dgm:cxn modelId="{FD05A0E7-6E96-46B3-A0D8-CBCF50D835AF}" type="presParOf" srcId="{CF4B41BF-712E-40CF-BE37-834C5D417B2D}" destId="{77C9F6DA-7B4B-4183-B511-629477166476}" srcOrd="18" destOrd="0" presId="urn:microsoft.com/office/officeart/2005/8/layout/list1"/>
    <dgm:cxn modelId="{5D7C648F-283B-4CE1-B835-5B6614F4EDAA}" type="presParOf" srcId="{CF4B41BF-712E-40CF-BE37-834C5D417B2D}" destId="{6E44FD23-DD1E-443A-B37A-5FC8E52A5ACB}" srcOrd="19" destOrd="0" presId="urn:microsoft.com/office/officeart/2005/8/layout/list1"/>
    <dgm:cxn modelId="{EB3C2C55-F100-4478-8FAB-A9ACD9173B26}" type="presParOf" srcId="{CF4B41BF-712E-40CF-BE37-834C5D417B2D}" destId="{9CF41578-4C61-42EF-9582-FA6F2981FA50}" srcOrd="20" destOrd="0" presId="urn:microsoft.com/office/officeart/2005/8/layout/list1"/>
    <dgm:cxn modelId="{5D0C6EA2-1C30-40C0-97BC-D752D5079C9F}" type="presParOf" srcId="{9CF41578-4C61-42EF-9582-FA6F2981FA50}" destId="{BB0AAFED-6165-4531-BAED-8083D49B78A0}" srcOrd="0" destOrd="0" presId="urn:microsoft.com/office/officeart/2005/8/layout/list1"/>
    <dgm:cxn modelId="{2C2597A1-FC23-4BDC-B5F6-D894E1C165D6}" type="presParOf" srcId="{9CF41578-4C61-42EF-9582-FA6F2981FA50}" destId="{A9C856A1-D1F8-4A5B-966C-1E2711C00FBF}" srcOrd="1" destOrd="0" presId="urn:microsoft.com/office/officeart/2005/8/layout/list1"/>
    <dgm:cxn modelId="{6FDDDFBB-39EF-4A68-B80F-E334C06434D7}" type="presParOf" srcId="{CF4B41BF-712E-40CF-BE37-834C5D417B2D}" destId="{F9208830-E678-493F-A388-65346BA57B6F}" srcOrd="21" destOrd="0" presId="urn:microsoft.com/office/officeart/2005/8/layout/list1"/>
    <dgm:cxn modelId="{83C48CFC-77CF-4259-89B0-D4557CB68BC3}" type="presParOf" srcId="{CF4B41BF-712E-40CF-BE37-834C5D417B2D}" destId="{0DAEACBF-7A8E-4E79-8260-83F808818BB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9FE3B7-512B-491D-B8E0-ECEE45CE796F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5EF92C50-0735-46AC-87AF-DC36EB15541D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Efficiency</a:t>
          </a:r>
        </a:p>
      </dgm:t>
    </dgm:pt>
    <dgm:pt modelId="{8155F49D-2C3B-4A2C-B990-C9C4FC447FD9}" type="parTrans" cxnId="{CAAD7744-E47F-4351-BBC8-4B5434FA3817}">
      <dgm:prSet/>
      <dgm:spPr/>
      <dgm:t>
        <a:bodyPr/>
        <a:lstStyle/>
        <a:p>
          <a:endParaRPr lang="en-US" sz="1800"/>
        </a:p>
      </dgm:t>
    </dgm:pt>
    <dgm:pt modelId="{B5C95D28-3F5B-4192-9CB2-780CC7F43BB8}" type="sibTrans" cxnId="{CAAD7744-E47F-4351-BBC8-4B5434FA3817}">
      <dgm:prSet/>
      <dgm:spPr/>
      <dgm:t>
        <a:bodyPr/>
        <a:lstStyle/>
        <a:p>
          <a:endParaRPr lang="en-US" sz="1800"/>
        </a:p>
      </dgm:t>
    </dgm:pt>
    <dgm:pt modelId="{17E3ADE7-BD4A-4664-BE75-463C93E025EA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Reliability</a:t>
          </a:r>
        </a:p>
      </dgm:t>
    </dgm:pt>
    <dgm:pt modelId="{E52B5922-C759-460B-A80D-6DB41C837E6C}" type="parTrans" cxnId="{E1E6DE74-F600-48FD-84B0-55F3600C35EF}">
      <dgm:prSet/>
      <dgm:spPr/>
      <dgm:t>
        <a:bodyPr/>
        <a:lstStyle/>
        <a:p>
          <a:endParaRPr lang="en-US" sz="1800"/>
        </a:p>
      </dgm:t>
    </dgm:pt>
    <dgm:pt modelId="{B04361DA-A0C1-493A-B503-382C060427E5}" type="sibTrans" cxnId="{E1E6DE74-F600-48FD-84B0-55F3600C35EF}">
      <dgm:prSet/>
      <dgm:spPr/>
      <dgm:t>
        <a:bodyPr/>
        <a:lstStyle/>
        <a:p>
          <a:endParaRPr lang="en-US" sz="1800"/>
        </a:p>
      </dgm:t>
    </dgm:pt>
    <dgm:pt modelId="{B4C6936C-EC91-4071-A5F4-8743FCA5ABF9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Usability</a:t>
          </a:r>
        </a:p>
      </dgm:t>
    </dgm:pt>
    <dgm:pt modelId="{9DFE37D1-25E0-4AD3-AF57-744547DF682A}" type="parTrans" cxnId="{759D8B70-E322-4BC0-8EBD-314B0DA7542A}">
      <dgm:prSet/>
      <dgm:spPr/>
      <dgm:t>
        <a:bodyPr/>
        <a:lstStyle/>
        <a:p>
          <a:endParaRPr lang="en-US" sz="1800"/>
        </a:p>
      </dgm:t>
    </dgm:pt>
    <dgm:pt modelId="{7F7206A8-B908-436D-9E68-931D40AF6D8E}" type="sibTrans" cxnId="{759D8B70-E322-4BC0-8EBD-314B0DA7542A}">
      <dgm:prSet/>
      <dgm:spPr/>
      <dgm:t>
        <a:bodyPr/>
        <a:lstStyle/>
        <a:p>
          <a:endParaRPr lang="en-US" sz="1800"/>
        </a:p>
      </dgm:t>
    </dgm:pt>
    <dgm:pt modelId="{CB55B532-F735-4429-A471-0D5126B0D8FA}">
      <dgm:prSet phldrT="[Text]" custT="1"/>
      <dgm:spPr>
        <a:solidFill>
          <a:srgbClr val="7030A0">
            <a:alpha val="84286"/>
          </a:srgbClr>
        </a:solidFill>
      </dgm:spPr>
      <dgm:t>
        <a:bodyPr/>
        <a:lstStyle/>
        <a:p>
          <a:pPr algn="ctr">
            <a:buNone/>
          </a:pPr>
          <a:r>
            <a:rPr lang="en-US" sz="1800" b="1" dirty="0"/>
            <a:t>Scalability</a:t>
          </a:r>
        </a:p>
      </dgm:t>
    </dgm:pt>
    <dgm:pt modelId="{0C63FD83-4AFA-43CA-AFE9-3C0EA4F8151D}" type="parTrans" cxnId="{9963F877-35CB-4379-949D-D9FEE5A84BDA}">
      <dgm:prSet/>
      <dgm:spPr/>
      <dgm:t>
        <a:bodyPr/>
        <a:lstStyle/>
        <a:p>
          <a:endParaRPr lang="en-US" sz="1800"/>
        </a:p>
      </dgm:t>
    </dgm:pt>
    <dgm:pt modelId="{DBAC498E-0D1E-4413-9D4D-C8D86794DE89}" type="sibTrans" cxnId="{9963F877-35CB-4379-949D-D9FEE5A84BDA}">
      <dgm:prSet/>
      <dgm:spPr/>
      <dgm:t>
        <a:bodyPr/>
        <a:lstStyle/>
        <a:p>
          <a:endParaRPr lang="en-US" sz="1800"/>
        </a:p>
      </dgm:t>
    </dgm:pt>
    <dgm:pt modelId="{CDA9B3BB-C1B4-4C37-8DCC-3E31E780C9E2}">
      <dgm:prSet phldrT="[Text]" custT="1"/>
      <dgm:spPr>
        <a:solidFill>
          <a:srgbClr val="7030A0">
            <a:alpha val="67143"/>
          </a:srgbClr>
        </a:solidFill>
      </dgm:spPr>
      <dgm:t>
        <a:bodyPr/>
        <a:lstStyle/>
        <a:p>
          <a:pPr algn="ctr">
            <a:buNone/>
          </a:pPr>
          <a:r>
            <a:rPr lang="en-US" sz="1800" b="1" dirty="0"/>
            <a:t>Maintainability</a:t>
          </a:r>
        </a:p>
      </dgm:t>
    </dgm:pt>
    <dgm:pt modelId="{55161371-F11F-4D30-9272-FBD06AE167B0}" type="parTrans" cxnId="{44D624B6-4DD2-4D9E-B0AF-0E13884A6D87}">
      <dgm:prSet/>
      <dgm:spPr/>
      <dgm:t>
        <a:bodyPr/>
        <a:lstStyle/>
        <a:p>
          <a:endParaRPr lang="en-US" sz="1800"/>
        </a:p>
      </dgm:t>
    </dgm:pt>
    <dgm:pt modelId="{7C3D2430-A7BE-4625-A8DA-0107034545AB}" type="sibTrans" cxnId="{44D624B6-4DD2-4D9E-B0AF-0E13884A6D87}">
      <dgm:prSet/>
      <dgm:spPr/>
      <dgm:t>
        <a:bodyPr/>
        <a:lstStyle/>
        <a:p>
          <a:endParaRPr lang="en-US" sz="1800"/>
        </a:p>
      </dgm:t>
    </dgm:pt>
    <dgm:pt modelId="{6C733233-D4E7-4B52-93BA-1A339E46132C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Security</a:t>
          </a:r>
        </a:p>
      </dgm:t>
    </dgm:pt>
    <dgm:pt modelId="{25C343E5-28F0-4EEF-BAD0-EAE756FD9D6F}" type="parTrans" cxnId="{DB1849CC-1AA6-464F-9CB3-1903986507F7}">
      <dgm:prSet/>
      <dgm:spPr/>
      <dgm:t>
        <a:bodyPr/>
        <a:lstStyle/>
        <a:p>
          <a:endParaRPr lang="en-US" sz="1800"/>
        </a:p>
      </dgm:t>
    </dgm:pt>
    <dgm:pt modelId="{30648C6B-B801-42F5-B55F-E40D8AA87F2F}" type="sibTrans" cxnId="{DB1849CC-1AA6-464F-9CB3-1903986507F7}">
      <dgm:prSet/>
      <dgm:spPr/>
      <dgm:t>
        <a:bodyPr/>
        <a:lstStyle/>
        <a:p>
          <a:endParaRPr lang="en-US" sz="1800"/>
        </a:p>
      </dgm:t>
    </dgm:pt>
    <dgm:pt modelId="{05025364-9274-44FE-A653-26B1F165461B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Persistence</a:t>
          </a:r>
        </a:p>
      </dgm:t>
    </dgm:pt>
    <dgm:pt modelId="{3DE6C478-7DE1-4F38-9584-E8A7048A4039}" type="parTrans" cxnId="{24017634-4D31-498E-8D98-30BE5526045B}">
      <dgm:prSet/>
      <dgm:spPr/>
      <dgm:t>
        <a:bodyPr/>
        <a:lstStyle/>
        <a:p>
          <a:endParaRPr lang="en-US"/>
        </a:p>
      </dgm:t>
    </dgm:pt>
    <dgm:pt modelId="{3403161C-BCE1-4910-95C5-0D5112725624}" type="sibTrans" cxnId="{24017634-4D31-498E-8D98-30BE5526045B}">
      <dgm:prSet/>
      <dgm:spPr/>
      <dgm:t>
        <a:bodyPr/>
        <a:lstStyle/>
        <a:p>
          <a:endParaRPr lang="en-US"/>
        </a:p>
      </dgm:t>
    </dgm:pt>
    <dgm:pt modelId="{42B7380F-780D-490E-B21B-42C483DA9D92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/>
            <a:t>Performance</a:t>
          </a:r>
        </a:p>
      </dgm:t>
    </dgm:pt>
    <dgm:pt modelId="{8F833D99-AB6A-4CFC-89D1-2F282512D96F}" type="parTrans" cxnId="{047F385E-D4C9-490A-ADB5-EC2541E3B6FB}">
      <dgm:prSet/>
      <dgm:spPr/>
      <dgm:t>
        <a:bodyPr/>
        <a:lstStyle/>
        <a:p>
          <a:endParaRPr lang="en-US"/>
        </a:p>
      </dgm:t>
    </dgm:pt>
    <dgm:pt modelId="{9CEFB81A-C2DD-49DE-9703-FFF137169017}" type="sibTrans" cxnId="{047F385E-D4C9-490A-ADB5-EC2541E3B6FB}">
      <dgm:prSet/>
      <dgm:spPr/>
      <dgm:t>
        <a:bodyPr/>
        <a:lstStyle/>
        <a:p>
          <a:endParaRPr lang="en-US"/>
        </a:p>
      </dgm:t>
    </dgm:pt>
    <dgm:pt modelId="{CF4B41BF-712E-40CF-BE37-834C5D417B2D}" type="pres">
      <dgm:prSet presAssocID="{5C9FE3B7-512B-491D-B8E0-ECEE45CE796F}" presName="linear" presStyleCnt="0">
        <dgm:presLayoutVars>
          <dgm:dir/>
          <dgm:animLvl val="lvl"/>
          <dgm:resizeHandles val="exact"/>
        </dgm:presLayoutVars>
      </dgm:prSet>
      <dgm:spPr/>
    </dgm:pt>
    <dgm:pt modelId="{9AD44F98-626B-40AE-9970-6E3855CF0ADE}" type="pres">
      <dgm:prSet presAssocID="{5EF92C50-0735-46AC-87AF-DC36EB15541D}" presName="parentLin" presStyleCnt="0"/>
      <dgm:spPr/>
    </dgm:pt>
    <dgm:pt modelId="{E306D46E-12DD-4989-93AB-C82691660DEB}" type="pres">
      <dgm:prSet presAssocID="{5EF92C50-0735-46AC-87AF-DC36EB15541D}" presName="parentLeftMargin" presStyleLbl="node1" presStyleIdx="0" presStyleCnt="8"/>
      <dgm:spPr/>
    </dgm:pt>
    <dgm:pt modelId="{EF95C7E5-4FE0-4B8C-BF11-327D81D26F05}" type="pres">
      <dgm:prSet presAssocID="{5EF92C50-0735-46AC-87AF-DC36EB15541D}" presName="parentText" presStyleLbl="node1" presStyleIdx="0" presStyleCnt="8" custScaleX="138946">
        <dgm:presLayoutVars>
          <dgm:chMax val="0"/>
          <dgm:bulletEnabled val="1"/>
        </dgm:presLayoutVars>
      </dgm:prSet>
      <dgm:spPr/>
    </dgm:pt>
    <dgm:pt modelId="{BECE82CC-1ABE-4B16-8043-731528709A52}" type="pres">
      <dgm:prSet presAssocID="{5EF92C50-0735-46AC-87AF-DC36EB15541D}" presName="negativeSpace" presStyleCnt="0"/>
      <dgm:spPr/>
    </dgm:pt>
    <dgm:pt modelId="{94574829-C567-4027-B035-F3843A5FCA5F}" type="pres">
      <dgm:prSet presAssocID="{5EF92C50-0735-46AC-87AF-DC36EB15541D}" presName="childText" presStyleLbl="conFgAcc1" presStyleIdx="0" presStyleCnt="8">
        <dgm:presLayoutVars>
          <dgm:bulletEnabled val="1"/>
        </dgm:presLayoutVars>
      </dgm:prSet>
      <dgm:spPr/>
    </dgm:pt>
    <dgm:pt modelId="{B14D4FC6-AF3F-4534-A7D2-0B8CB2A5FDDC}" type="pres">
      <dgm:prSet presAssocID="{B5C95D28-3F5B-4192-9CB2-780CC7F43BB8}" presName="spaceBetweenRectangles" presStyleCnt="0"/>
      <dgm:spPr/>
    </dgm:pt>
    <dgm:pt modelId="{2B2FD3BA-A6FD-4DB1-AF81-3E91AFDA2CC9}" type="pres">
      <dgm:prSet presAssocID="{CB55B532-F735-4429-A471-0D5126B0D8FA}" presName="parentLin" presStyleCnt="0"/>
      <dgm:spPr/>
    </dgm:pt>
    <dgm:pt modelId="{15DBDE5B-87F6-4BA2-B31D-05D5EB2DC604}" type="pres">
      <dgm:prSet presAssocID="{CB55B532-F735-4429-A471-0D5126B0D8FA}" presName="parentLeftMargin" presStyleLbl="node1" presStyleIdx="0" presStyleCnt="8"/>
      <dgm:spPr/>
    </dgm:pt>
    <dgm:pt modelId="{045086F5-5367-408D-958E-A3DF227B5399}" type="pres">
      <dgm:prSet presAssocID="{CB55B532-F735-4429-A471-0D5126B0D8FA}" presName="parentText" presStyleLbl="node1" presStyleIdx="1" presStyleCnt="8" custScaleX="138946">
        <dgm:presLayoutVars>
          <dgm:chMax val="0"/>
          <dgm:bulletEnabled val="1"/>
        </dgm:presLayoutVars>
      </dgm:prSet>
      <dgm:spPr/>
    </dgm:pt>
    <dgm:pt modelId="{338BA289-CC98-413B-8361-1A65372BB3B7}" type="pres">
      <dgm:prSet presAssocID="{CB55B532-F735-4429-A471-0D5126B0D8FA}" presName="negativeSpace" presStyleCnt="0"/>
      <dgm:spPr/>
    </dgm:pt>
    <dgm:pt modelId="{FD1EB4C9-700C-45A0-8F53-269F990276D7}" type="pres">
      <dgm:prSet presAssocID="{CB55B532-F735-4429-A471-0D5126B0D8FA}" presName="childText" presStyleLbl="conFgAcc1" presStyleIdx="1" presStyleCnt="8">
        <dgm:presLayoutVars>
          <dgm:bulletEnabled val="1"/>
        </dgm:presLayoutVars>
      </dgm:prSet>
      <dgm:spPr/>
    </dgm:pt>
    <dgm:pt modelId="{ACF27E6D-F817-43E3-BF7B-3B0052AFBDB3}" type="pres">
      <dgm:prSet presAssocID="{DBAC498E-0D1E-4413-9D4D-C8D86794DE89}" presName="spaceBetweenRectangles" presStyleCnt="0"/>
      <dgm:spPr/>
    </dgm:pt>
    <dgm:pt modelId="{46F5FC19-2AC6-41BD-9083-BC1F1A57DE86}" type="pres">
      <dgm:prSet presAssocID="{17E3ADE7-BD4A-4664-BE75-463C93E025EA}" presName="parentLin" presStyleCnt="0"/>
      <dgm:spPr/>
    </dgm:pt>
    <dgm:pt modelId="{BB8A4447-94F3-4740-8AA0-877C1AFC7E95}" type="pres">
      <dgm:prSet presAssocID="{17E3ADE7-BD4A-4664-BE75-463C93E025EA}" presName="parentLeftMargin" presStyleLbl="node1" presStyleIdx="1" presStyleCnt="8"/>
      <dgm:spPr/>
    </dgm:pt>
    <dgm:pt modelId="{7349FB90-5FBB-4583-B596-8D41A8FEFC9D}" type="pres">
      <dgm:prSet presAssocID="{17E3ADE7-BD4A-4664-BE75-463C93E025EA}" presName="parentText" presStyleLbl="node1" presStyleIdx="2" presStyleCnt="8" custScaleX="138946">
        <dgm:presLayoutVars>
          <dgm:chMax val="0"/>
          <dgm:bulletEnabled val="1"/>
        </dgm:presLayoutVars>
      </dgm:prSet>
      <dgm:spPr/>
    </dgm:pt>
    <dgm:pt modelId="{D6C14ED9-9972-499D-BEE2-9FE6062FF439}" type="pres">
      <dgm:prSet presAssocID="{17E3ADE7-BD4A-4664-BE75-463C93E025EA}" presName="negativeSpace" presStyleCnt="0"/>
      <dgm:spPr/>
    </dgm:pt>
    <dgm:pt modelId="{44FA5C2F-782C-451A-8C4A-578DB59900EE}" type="pres">
      <dgm:prSet presAssocID="{17E3ADE7-BD4A-4664-BE75-463C93E025EA}" presName="childText" presStyleLbl="conFgAcc1" presStyleIdx="2" presStyleCnt="8">
        <dgm:presLayoutVars>
          <dgm:bulletEnabled val="1"/>
        </dgm:presLayoutVars>
      </dgm:prSet>
      <dgm:spPr/>
    </dgm:pt>
    <dgm:pt modelId="{2577F18E-3A1B-40EA-98DC-050F26CA9F32}" type="pres">
      <dgm:prSet presAssocID="{B04361DA-A0C1-493A-B503-382C060427E5}" presName="spaceBetweenRectangles" presStyleCnt="0"/>
      <dgm:spPr/>
    </dgm:pt>
    <dgm:pt modelId="{11CA6C7F-E9E8-42E3-9DD8-92CAC1526202}" type="pres">
      <dgm:prSet presAssocID="{B4C6936C-EC91-4071-A5F4-8743FCA5ABF9}" presName="parentLin" presStyleCnt="0"/>
      <dgm:spPr/>
    </dgm:pt>
    <dgm:pt modelId="{1D062AD1-3E96-4C69-82F7-B3ADE1EDEBF9}" type="pres">
      <dgm:prSet presAssocID="{B4C6936C-EC91-4071-A5F4-8743FCA5ABF9}" presName="parentLeftMargin" presStyleLbl="node1" presStyleIdx="2" presStyleCnt="8"/>
      <dgm:spPr/>
    </dgm:pt>
    <dgm:pt modelId="{AB166F63-2DDF-403B-9F05-A4ACAD70FFCF}" type="pres">
      <dgm:prSet presAssocID="{B4C6936C-EC91-4071-A5F4-8743FCA5ABF9}" presName="parentText" presStyleLbl="node1" presStyleIdx="3" presStyleCnt="8" custScaleX="138946">
        <dgm:presLayoutVars>
          <dgm:chMax val="0"/>
          <dgm:bulletEnabled val="1"/>
        </dgm:presLayoutVars>
      </dgm:prSet>
      <dgm:spPr/>
    </dgm:pt>
    <dgm:pt modelId="{35D9F200-EBA7-4C30-A846-40FD0B43DE65}" type="pres">
      <dgm:prSet presAssocID="{B4C6936C-EC91-4071-A5F4-8743FCA5ABF9}" presName="negativeSpace" presStyleCnt="0"/>
      <dgm:spPr/>
    </dgm:pt>
    <dgm:pt modelId="{B72E7A5D-8AEF-4A14-B773-7F8B82E9A7CE}" type="pres">
      <dgm:prSet presAssocID="{B4C6936C-EC91-4071-A5F4-8743FCA5ABF9}" presName="childText" presStyleLbl="conFgAcc1" presStyleIdx="3" presStyleCnt="8">
        <dgm:presLayoutVars>
          <dgm:bulletEnabled val="1"/>
        </dgm:presLayoutVars>
      </dgm:prSet>
      <dgm:spPr/>
    </dgm:pt>
    <dgm:pt modelId="{AF3DDC64-0FC1-462C-A912-DFFAD2B3452E}" type="pres">
      <dgm:prSet presAssocID="{7F7206A8-B908-436D-9E68-931D40AF6D8E}" presName="spaceBetweenRectangles" presStyleCnt="0"/>
      <dgm:spPr/>
    </dgm:pt>
    <dgm:pt modelId="{90C3A3BF-D144-4A02-B57E-11C4E7053D60}" type="pres">
      <dgm:prSet presAssocID="{CDA9B3BB-C1B4-4C37-8DCC-3E31E780C9E2}" presName="parentLin" presStyleCnt="0"/>
      <dgm:spPr/>
    </dgm:pt>
    <dgm:pt modelId="{57F748A9-36F3-464C-AC64-CDA104BF9258}" type="pres">
      <dgm:prSet presAssocID="{CDA9B3BB-C1B4-4C37-8DCC-3E31E780C9E2}" presName="parentLeftMargin" presStyleLbl="node1" presStyleIdx="3" presStyleCnt="8"/>
      <dgm:spPr/>
    </dgm:pt>
    <dgm:pt modelId="{0B8FB84F-CC88-4407-907D-97A0783CCE0E}" type="pres">
      <dgm:prSet presAssocID="{CDA9B3BB-C1B4-4C37-8DCC-3E31E780C9E2}" presName="parentText" presStyleLbl="node1" presStyleIdx="4" presStyleCnt="8" custScaleX="138946">
        <dgm:presLayoutVars>
          <dgm:chMax val="0"/>
          <dgm:bulletEnabled val="1"/>
        </dgm:presLayoutVars>
      </dgm:prSet>
      <dgm:spPr/>
    </dgm:pt>
    <dgm:pt modelId="{7FA994FB-7DC8-4E04-808E-68C05A549598}" type="pres">
      <dgm:prSet presAssocID="{CDA9B3BB-C1B4-4C37-8DCC-3E31E780C9E2}" presName="negativeSpace" presStyleCnt="0"/>
      <dgm:spPr/>
    </dgm:pt>
    <dgm:pt modelId="{77C9F6DA-7B4B-4183-B511-629477166476}" type="pres">
      <dgm:prSet presAssocID="{CDA9B3BB-C1B4-4C37-8DCC-3E31E780C9E2}" presName="childText" presStyleLbl="conFgAcc1" presStyleIdx="4" presStyleCnt="8">
        <dgm:presLayoutVars>
          <dgm:bulletEnabled val="1"/>
        </dgm:presLayoutVars>
      </dgm:prSet>
      <dgm:spPr/>
    </dgm:pt>
    <dgm:pt modelId="{6E44FD23-DD1E-443A-B37A-5FC8E52A5ACB}" type="pres">
      <dgm:prSet presAssocID="{7C3D2430-A7BE-4625-A8DA-0107034545AB}" presName="spaceBetweenRectangles" presStyleCnt="0"/>
      <dgm:spPr/>
    </dgm:pt>
    <dgm:pt modelId="{9CF41578-4C61-42EF-9582-FA6F2981FA50}" type="pres">
      <dgm:prSet presAssocID="{6C733233-D4E7-4B52-93BA-1A339E46132C}" presName="parentLin" presStyleCnt="0"/>
      <dgm:spPr/>
    </dgm:pt>
    <dgm:pt modelId="{BB0AAFED-6165-4531-BAED-8083D49B78A0}" type="pres">
      <dgm:prSet presAssocID="{6C733233-D4E7-4B52-93BA-1A339E46132C}" presName="parentLeftMargin" presStyleLbl="node1" presStyleIdx="4" presStyleCnt="8"/>
      <dgm:spPr/>
    </dgm:pt>
    <dgm:pt modelId="{A9C856A1-D1F8-4A5B-966C-1E2711C00FBF}" type="pres">
      <dgm:prSet presAssocID="{6C733233-D4E7-4B52-93BA-1A339E46132C}" presName="parentText" presStyleLbl="node1" presStyleIdx="5" presStyleCnt="8" custScaleX="138946">
        <dgm:presLayoutVars>
          <dgm:chMax val="0"/>
          <dgm:bulletEnabled val="1"/>
        </dgm:presLayoutVars>
      </dgm:prSet>
      <dgm:spPr/>
    </dgm:pt>
    <dgm:pt modelId="{F9208830-E678-493F-A388-65346BA57B6F}" type="pres">
      <dgm:prSet presAssocID="{6C733233-D4E7-4B52-93BA-1A339E46132C}" presName="negativeSpace" presStyleCnt="0"/>
      <dgm:spPr/>
    </dgm:pt>
    <dgm:pt modelId="{0DAEACBF-7A8E-4E79-8260-83F808818BB1}" type="pres">
      <dgm:prSet presAssocID="{6C733233-D4E7-4B52-93BA-1A339E46132C}" presName="childText" presStyleLbl="conFgAcc1" presStyleIdx="5" presStyleCnt="8">
        <dgm:presLayoutVars>
          <dgm:bulletEnabled val="1"/>
        </dgm:presLayoutVars>
      </dgm:prSet>
      <dgm:spPr/>
    </dgm:pt>
    <dgm:pt modelId="{57C9C805-5C6B-44B6-88FF-D78ADE731AED}" type="pres">
      <dgm:prSet presAssocID="{30648C6B-B801-42F5-B55F-E40D8AA87F2F}" presName="spaceBetweenRectangles" presStyleCnt="0"/>
      <dgm:spPr/>
    </dgm:pt>
    <dgm:pt modelId="{8AD4F980-A27B-41F7-8537-E8A26F32DB46}" type="pres">
      <dgm:prSet presAssocID="{05025364-9274-44FE-A653-26B1F165461B}" presName="parentLin" presStyleCnt="0"/>
      <dgm:spPr/>
    </dgm:pt>
    <dgm:pt modelId="{C41791B6-7DB9-4AF7-ADD7-0904A9EE40C2}" type="pres">
      <dgm:prSet presAssocID="{05025364-9274-44FE-A653-26B1F165461B}" presName="parentLeftMargin" presStyleLbl="node1" presStyleIdx="5" presStyleCnt="8"/>
      <dgm:spPr/>
    </dgm:pt>
    <dgm:pt modelId="{2D290B6F-558D-4D2C-935C-6ABB24D7AA5B}" type="pres">
      <dgm:prSet presAssocID="{05025364-9274-44FE-A653-26B1F165461B}" presName="parentText" presStyleLbl="node1" presStyleIdx="6" presStyleCnt="8" custScaleX="142857">
        <dgm:presLayoutVars>
          <dgm:chMax val="0"/>
          <dgm:bulletEnabled val="1"/>
        </dgm:presLayoutVars>
      </dgm:prSet>
      <dgm:spPr/>
    </dgm:pt>
    <dgm:pt modelId="{9CA42ED1-866E-411D-9B36-20E0FFD538C7}" type="pres">
      <dgm:prSet presAssocID="{05025364-9274-44FE-A653-26B1F165461B}" presName="negativeSpace" presStyleCnt="0"/>
      <dgm:spPr/>
    </dgm:pt>
    <dgm:pt modelId="{44994E77-1671-45D6-95AC-84CE9D28991C}" type="pres">
      <dgm:prSet presAssocID="{05025364-9274-44FE-A653-26B1F165461B}" presName="childText" presStyleLbl="conFgAcc1" presStyleIdx="6" presStyleCnt="8">
        <dgm:presLayoutVars>
          <dgm:bulletEnabled val="1"/>
        </dgm:presLayoutVars>
      </dgm:prSet>
      <dgm:spPr/>
    </dgm:pt>
    <dgm:pt modelId="{020F4BB0-619F-48EE-90E6-FE6494D5F112}" type="pres">
      <dgm:prSet presAssocID="{3403161C-BCE1-4910-95C5-0D5112725624}" presName="spaceBetweenRectangles" presStyleCnt="0"/>
      <dgm:spPr/>
    </dgm:pt>
    <dgm:pt modelId="{10D22D3E-D67F-42F4-82CD-88DD0B9D6F2A}" type="pres">
      <dgm:prSet presAssocID="{42B7380F-780D-490E-B21B-42C483DA9D92}" presName="parentLin" presStyleCnt="0"/>
      <dgm:spPr/>
    </dgm:pt>
    <dgm:pt modelId="{B9F242CD-CCB7-4084-823A-6B80CB2D2EB7}" type="pres">
      <dgm:prSet presAssocID="{42B7380F-780D-490E-B21B-42C483DA9D92}" presName="parentLeftMargin" presStyleLbl="node1" presStyleIdx="6" presStyleCnt="8"/>
      <dgm:spPr/>
    </dgm:pt>
    <dgm:pt modelId="{79C7E277-8781-4D03-A8CE-52EC8DCC6B07}" type="pres">
      <dgm:prSet presAssocID="{42B7380F-780D-490E-B21B-42C483DA9D92}" presName="parentText" presStyleLbl="node1" presStyleIdx="7" presStyleCnt="8" custScaleX="142857">
        <dgm:presLayoutVars>
          <dgm:chMax val="0"/>
          <dgm:bulletEnabled val="1"/>
        </dgm:presLayoutVars>
      </dgm:prSet>
      <dgm:spPr/>
    </dgm:pt>
    <dgm:pt modelId="{FC923C4B-D943-4A96-B8CB-530595B38BF9}" type="pres">
      <dgm:prSet presAssocID="{42B7380F-780D-490E-B21B-42C483DA9D92}" presName="negativeSpace" presStyleCnt="0"/>
      <dgm:spPr/>
    </dgm:pt>
    <dgm:pt modelId="{0D1A63CA-978D-42F9-8165-7F133273198E}" type="pres">
      <dgm:prSet presAssocID="{42B7380F-780D-490E-B21B-42C483DA9D92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DCA76102-D2E1-495B-9166-5D8F0152A16B}" type="presOf" srcId="{42B7380F-780D-490E-B21B-42C483DA9D92}" destId="{B9F242CD-CCB7-4084-823A-6B80CB2D2EB7}" srcOrd="0" destOrd="0" presId="urn:microsoft.com/office/officeart/2005/8/layout/list1"/>
    <dgm:cxn modelId="{42231A15-34C2-4D5B-B02E-434E3578562B}" type="presOf" srcId="{CDA9B3BB-C1B4-4C37-8DCC-3E31E780C9E2}" destId="{0B8FB84F-CC88-4407-907D-97A0783CCE0E}" srcOrd="1" destOrd="0" presId="urn:microsoft.com/office/officeart/2005/8/layout/list1"/>
    <dgm:cxn modelId="{BF28D715-C1D6-4832-BAFF-1D3EA69038C5}" type="presOf" srcId="{17E3ADE7-BD4A-4664-BE75-463C93E025EA}" destId="{7349FB90-5FBB-4583-B596-8D41A8FEFC9D}" srcOrd="1" destOrd="0" presId="urn:microsoft.com/office/officeart/2005/8/layout/list1"/>
    <dgm:cxn modelId="{B5506A21-3F28-401A-810B-2A5FD51E3745}" type="presOf" srcId="{CB55B532-F735-4429-A471-0D5126B0D8FA}" destId="{045086F5-5367-408D-958E-A3DF227B5399}" srcOrd="1" destOrd="0" presId="urn:microsoft.com/office/officeart/2005/8/layout/list1"/>
    <dgm:cxn modelId="{85F23825-7E54-4B99-81A1-A71314C986C1}" type="presOf" srcId="{CDA9B3BB-C1B4-4C37-8DCC-3E31E780C9E2}" destId="{57F748A9-36F3-464C-AC64-CDA104BF9258}" srcOrd="0" destOrd="0" presId="urn:microsoft.com/office/officeart/2005/8/layout/list1"/>
    <dgm:cxn modelId="{D5939532-A79B-4035-B1AF-F98AEAD13CF7}" type="presOf" srcId="{CB55B532-F735-4429-A471-0D5126B0D8FA}" destId="{15DBDE5B-87F6-4BA2-B31D-05D5EB2DC604}" srcOrd="0" destOrd="0" presId="urn:microsoft.com/office/officeart/2005/8/layout/list1"/>
    <dgm:cxn modelId="{24017634-4D31-498E-8D98-30BE5526045B}" srcId="{5C9FE3B7-512B-491D-B8E0-ECEE45CE796F}" destId="{05025364-9274-44FE-A653-26B1F165461B}" srcOrd="6" destOrd="0" parTransId="{3DE6C478-7DE1-4F38-9584-E8A7048A4039}" sibTransId="{3403161C-BCE1-4910-95C5-0D5112725624}"/>
    <dgm:cxn modelId="{047F385E-D4C9-490A-ADB5-EC2541E3B6FB}" srcId="{5C9FE3B7-512B-491D-B8E0-ECEE45CE796F}" destId="{42B7380F-780D-490E-B21B-42C483DA9D92}" srcOrd="7" destOrd="0" parTransId="{8F833D99-AB6A-4CFC-89D1-2F282512D96F}" sibTransId="{9CEFB81A-C2DD-49DE-9703-FFF137169017}"/>
    <dgm:cxn modelId="{D3AECC63-D160-4954-B94A-1E4BFA383C18}" type="presOf" srcId="{5C9FE3B7-512B-491D-B8E0-ECEE45CE796F}" destId="{CF4B41BF-712E-40CF-BE37-834C5D417B2D}" srcOrd="0" destOrd="0" presId="urn:microsoft.com/office/officeart/2005/8/layout/list1"/>
    <dgm:cxn modelId="{CAAD7744-E47F-4351-BBC8-4B5434FA3817}" srcId="{5C9FE3B7-512B-491D-B8E0-ECEE45CE796F}" destId="{5EF92C50-0735-46AC-87AF-DC36EB15541D}" srcOrd="0" destOrd="0" parTransId="{8155F49D-2C3B-4A2C-B990-C9C4FC447FD9}" sibTransId="{B5C95D28-3F5B-4192-9CB2-780CC7F43BB8}"/>
    <dgm:cxn modelId="{EE7A6347-C58B-405C-9D66-4EF6443E121C}" type="presOf" srcId="{6C733233-D4E7-4B52-93BA-1A339E46132C}" destId="{BB0AAFED-6165-4531-BAED-8083D49B78A0}" srcOrd="0" destOrd="0" presId="urn:microsoft.com/office/officeart/2005/8/layout/list1"/>
    <dgm:cxn modelId="{D3AE2D4C-3B90-40E9-AD02-D7BFB5629B32}" type="presOf" srcId="{5EF92C50-0735-46AC-87AF-DC36EB15541D}" destId="{E306D46E-12DD-4989-93AB-C82691660DEB}" srcOrd="0" destOrd="0" presId="urn:microsoft.com/office/officeart/2005/8/layout/list1"/>
    <dgm:cxn modelId="{759D8B70-E322-4BC0-8EBD-314B0DA7542A}" srcId="{5C9FE3B7-512B-491D-B8E0-ECEE45CE796F}" destId="{B4C6936C-EC91-4071-A5F4-8743FCA5ABF9}" srcOrd="3" destOrd="0" parTransId="{9DFE37D1-25E0-4AD3-AF57-744547DF682A}" sibTransId="{7F7206A8-B908-436D-9E68-931D40AF6D8E}"/>
    <dgm:cxn modelId="{E1E6DE74-F600-48FD-84B0-55F3600C35EF}" srcId="{5C9FE3B7-512B-491D-B8E0-ECEE45CE796F}" destId="{17E3ADE7-BD4A-4664-BE75-463C93E025EA}" srcOrd="2" destOrd="0" parTransId="{E52B5922-C759-460B-A80D-6DB41C837E6C}" sibTransId="{B04361DA-A0C1-493A-B503-382C060427E5}"/>
    <dgm:cxn modelId="{9963F877-35CB-4379-949D-D9FEE5A84BDA}" srcId="{5C9FE3B7-512B-491D-B8E0-ECEE45CE796F}" destId="{CB55B532-F735-4429-A471-0D5126B0D8FA}" srcOrd="1" destOrd="0" parTransId="{0C63FD83-4AFA-43CA-AFE9-3C0EA4F8151D}" sibTransId="{DBAC498E-0D1E-4413-9D4D-C8D86794DE89}"/>
    <dgm:cxn modelId="{E727079D-D245-4146-8D46-64C23D5C7FDC}" type="presOf" srcId="{6C733233-D4E7-4B52-93BA-1A339E46132C}" destId="{A9C856A1-D1F8-4A5B-966C-1E2711C00FBF}" srcOrd="1" destOrd="0" presId="urn:microsoft.com/office/officeart/2005/8/layout/list1"/>
    <dgm:cxn modelId="{9514E9A4-CB8D-4413-9AA1-AC21EB0DAE4A}" type="presOf" srcId="{05025364-9274-44FE-A653-26B1F165461B}" destId="{2D290B6F-558D-4D2C-935C-6ABB24D7AA5B}" srcOrd="1" destOrd="0" presId="urn:microsoft.com/office/officeart/2005/8/layout/list1"/>
    <dgm:cxn modelId="{765C9AB2-B649-4324-AA4D-B74DFACE3DB9}" type="presOf" srcId="{5EF92C50-0735-46AC-87AF-DC36EB15541D}" destId="{EF95C7E5-4FE0-4B8C-BF11-327D81D26F05}" srcOrd="1" destOrd="0" presId="urn:microsoft.com/office/officeart/2005/8/layout/list1"/>
    <dgm:cxn modelId="{44D624B6-4DD2-4D9E-B0AF-0E13884A6D87}" srcId="{5C9FE3B7-512B-491D-B8E0-ECEE45CE796F}" destId="{CDA9B3BB-C1B4-4C37-8DCC-3E31E780C9E2}" srcOrd="4" destOrd="0" parTransId="{55161371-F11F-4D30-9272-FBD06AE167B0}" sibTransId="{7C3D2430-A7BE-4625-A8DA-0107034545AB}"/>
    <dgm:cxn modelId="{085A67C1-5DBF-4A87-9507-BDD991D96559}" type="presOf" srcId="{05025364-9274-44FE-A653-26B1F165461B}" destId="{C41791B6-7DB9-4AF7-ADD7-0904A9EE40C2}" srcOrd="0" destOrd="0" presId="urn:microsoft.com/office/officeart/2005/8/layout/list1"/>
    <dgm:cxn modelId="{30A1CFC8-FB73-48DF-97C3-8298820245A6}" type="presOf" srcId="{B4C6936C-EC91-4071-A5F4-8743FCA5ABF9}" destId="{AB166F63-2DDF-403B-9F05-A4ACAD70FFCF}" srcOrd="1" destOrd="0" presId="urn:microsoft.com/office/officeart/2005/8/layout/list1"/>
    <dgm:cxn modelId="{DB1849CC-1AA6-464F-9CB3-1903986507F7}" srcId="{5C9FE3B7-512B-491D-B8E0-ECEE45CE796F}" destId="{6C733233-D4E7-4B52-93BA-1A339E46132C}" srcOrd="5" destOrd="0" parTransId="{25C343E5-28F0-4EEF-BAD0-EAE756FD9D6F}" sibTransId="{30648C6B-B801-42F5-B55F-E40D8AA87F2F}"/>
    <dgm:cxn modelId="{C9F0CCDE-7862-4502-91E4-30804671A971}" type="presOf" srcId="{42B7380F-780D-490E-B21B-42C483DA9D92}" destId="{79C7E277-8781-4D03-A8CE-52EC8DCC6B07}" srcOrd="1" destOrd="0" presId="urn:microsoft.com/office/officeart/2005/8/layout/list1"/>
    <dgm:cxn modelId="{C933E1E4-965F-47AC-ABED-07CB9CD99D7F}" type="presOf" srcId="{17E3ADE7-BD4A-4664-BE75-463C93E025EA}" destId="{BB8A4447-94F3-4740-8AA0-877C1AFC7E95}" srcOrd="0" destOrd="0" presId="urn:microsoft.com/office/officeart/2005/8/layout/list1"/>
    <dgm:cxn modelId="{8E4C28F2-D8EF-439A-BA55-0B74A65B587D}" type="presOf" srcId="{B4C6936C-EC91-4071-A5F4-8743FCA5ABF9}" destId="{1D062AD1-3E96-4C69-82F7-B3ADE1EDEBF9}" srcOrd="0" destOrd="0" presId="urn:microsoft.com/office/officeart/2005/8/layout/list1"/>
    <dgm:cxn modelId="{7DEEE06D-508F-4B6D-8196-0C8800F7C8F0}" type="presParOf" srcId="{CF4B41BF-712E-40CF-BE37-834C5D417B2D}" destId="{9AD44F98-626B-40AE-9970-6E3855CF0ADE}" srcOrd="0" destOrd="0" presId="urn:microsoft.com/office/officeart/2005/8/layout/list1"/>
    <dgm:cxn modelId="{ABF19A2F-BD4C-4F6F-BCF4-F20B54246D66}" type="presParOf" srcId="{9AD44F98-626B-40AE-9970-6E3855CF0ADE}" destId="{E306D46E-12DD-4989-93AB-C82691660DEB}" srcOrd="0" destOrd="0" presId="urn:microsoft.com/office/officeart/2005/8/layout/list1"/>
    <dgm:cxn modelId="{DB16F082-9113-43AD-937D-565206C2EA51}" type="presParOf" srcId="{9AD44F98-626B-40AE-9970-6E3855CF0ADE}" destId="{EF95C7E5-4FE0-4B8C-BF11-327D81D26F05}" srcOrd="1" destOrd="0" presId="urn:microsoft.com/office/officeart/2005/8/layout/list1"/>
    <dgm:cxn modelId="{7BDEA386-ADBE-4246-AE57-71119CC00788}" type="presParOf" srcId="{CF4B41BF-712E-40CF-BE37-834C5D417B2D}" destId="{BECE82CC-1ABE-4B16-8043-731528709A52}" srcOrd="1" destOrd="0" presId="urn:microsoft.com/office/officeart/2005/8/layout/list1"/>
    <dgm:cxn modelId="{79BED738-47F2-408E-83AA-A01D93629633}" type="presParOf" srcId="{CF4B41BF-712E-40CF-BE37-834C5D417B2D}" destId="{94574829-C567-4027-B035-F3843A5FCA5F}" srcOrd="2" destOrd="0" presId="urn:microsoft.com/office/officeart/2005/8/layout/list1"/>
    <dgm:cxn modelId="{C397F761-0B0A-41E6-B7FE-C5068E87CB63}" type="presParOf" srcId="{CF4B41BF-712E-40CF-BE37-834C5D417B2D}" destId="{B14D4FC6-AF3F-4534-A7D2-0B8CB2A5FDDC}" srcOrd="3" destOrd="0" presId="urn:microsoft.com/office/officeart/2005/8/layout/list1"/>
    <dgm:cxn modelId="{ADB0FAFF-42E5-4EC6-BD5E-5254B9B61681}" type="presParOf" srcId="{CF4B41BF-712E-40CF-BE37-834C5D417B2D}" destId="{2B2FD3BA-A6FD-4DB1-AF81-3E91AFDA2CC9}" srcOrd="4" destOrd="0" presId="urn:microsoft.com/office/officeart/2005/8/layout/list1"/>
    <dgm:cxn modelId="{AB7AFA0B-9709-4364-885E-A07C0F6E1CBE}" type="presParOf" srcId="{2B2FD3BA-A6FD-4DB1-AF81-3E91AFDA2CC9}" destId="{15DBDE5B-87F6-4BA2-B31D-05D5EB2DC604}" srcOrd="0" destOrd="0" presId="urn:microsoft.com/office/officeart/2005/8/layout/list1"/>
    <dgm:cxn modelId="{7A387D2A-285B-4507-A036-4BB6C4B554D2}" type="presParOf" srcId="{2B2FD3BA-A6FD-4DB1-AF81-3E91AFDA2CC9}" destId="{045086F5-5367-408D-958E-A3DF227B5399}" srcOrd="1" destOrd="0" presId="urn:microsoft.com/office/officeart/2005/8/layout/list1"/>
    <dgm:cxn modelId="{10BD89ED-D88D-4376-BEB9-D10FF6D732DA}" type="presParOf" srcId="{CF4B41BF-712E-40CF-BE37-834C5D417B2D}" destId="{338BA289-CC98-413B-8361-1A65372BB3B7}" srcOrd="5" destOrd="0" presId="urn:microsoft.com/office/officeart/2005/8/layout/list1"/>
    <dgm:cxn modelId="{778FC9AC-F9D8-44D2-AB89-E71E94C68E38}" type="presParOf" srcId="{CF4B41BF-712E-40CF-BE37-834C5D417B2D}" destId="{FD1EB4C9-700C-45A0-8F53-269F990276D7}" srcOrd="6" destOrd="0" presId="urn:microsoft.com/office/officeart/2005/8/layout/list1"/>
    <dgm:cxn modelId="{FD69C3CC-8A2A-4916-8B7D-AA4C09AC6DC9}" type="presParOf" srcId="{CF4B41BF-712E-40CF-BE37-834C5D417B2D}" destId="{ACF27E6D-F817-43E3-BF7B-3B0052AFBDB3}" srcOrd="7" destOrd="0" presId="urn:microsoft.com/office/officeart/2005/8/layout/list1"/>
    <dgm:cxn modelId="{8762257F-B719-422E-9F0F-39707ECE54B6}" type="presParOf" srcId="{CF4B41BF-712E-40CF-BE37-834C5D417B2D}" destId="{46F5FC19-2AC6-41BD-9083-BC1F1A57DE86}" srcOrd="8" destOrd="0" presId="urn:microsoft.com/office/officeart/2005/8/layout/list1"/>
    <dgm:cxn modelId="{B19A9C34-ABF7-4D14-855E-334FB4038B01}" type="presParOf" srcId="{46F5FC19-2AC6-41BD-9083-BC1F1A57DE86}" destId="{BB8A4447-94F3-4740-8AA0-877C1AFC7E95}" srcOrd="0" destOrd="0" presId="urn:microsoft.com/office/officeart/2005/8/layout/list1"/>
    <dgm:cxn modelId="{821DFADE-554A-4E7D-A7AC-9EBC9DEA6A20}" type="presParOf" srcId="{46F5FC19-2AC6-41BD-9083-BC1F1A57DE86}" destId="{7349FB90-5FBB-4583-B596-8D41A8FEFC9D}" srcOrd="1" destOrd="0" presId="urn:microsoft.com/office/officeart/2005/8/layout/list1"/>
    <dgm:cxn modelId="{E4007CBD-AB48-42C9-8D35-72E068A4631D}" type="presParOf" srcId="{CF4B41BF-712E-40CF-BE37-834C5D417B2D}" destId="{D6C14ED9-9972-499D-BEE2-9FE6062FF439}" srcOrd="9" destOrd="0" presId="urn:microsoft.com/office/officeart/2005/8/layout/list1"/>
    <dgm:cxn modelId="{35F5B9B5-3D12-4021-99F8-668138221CC2}" type="presParOf" srcId="{CF4B41BF-712E-40CF-BE37-834C5D417B2D}" destId="{44FA5C2F-782C-451A-8C4A-578DB59900EE}" srcOrd="10" destOrd="0" presId="urn:microsoft.com/office/officeart/2005/8/layout/list1"/>
    <dgm:cxn modelId="{67A67990-48FD-4879-B96D-D436469AFE80}" type="presParOf" srcId="{CF4B41BF-712E-40CF-BE37-834C5D417B2D}" destId="{2577F18E-3A1B-40EA-98DC-050F26CA9F32}" srcOrd="11" destOrd="0" presId="urn:microsoft.com/office/officeart/2005/8/layout/list1"/>
    <dgm:cxn modelId="{643D01E6-433D-48E2-9986-6327F7155BF4}" type="presParOf" srcId="{CF4B41BF-712E-40CF-BE37-834C5D417B2D}" destId="{11CA6C7F-E9E8-42E3-9DD8-92CAC1526202}" srcOrd="12" destOrd="0" presId="urn:microsoft.com/office/officeart/2005/8/layout/list1"/>
    <dgm:cxn modelId="{10287832-FA9D-492B-BC8D-4967F79FEB23}" type="presParOf" srcId="{11CA6C7F-E9E8-42E3-9DD8-92CAC1526202}" destId="{1D062AD1-3E96-4C69-82F7-B3ADE1EDEBF9}" srcOrd="0" destOrd="0" presId="urn:microsoft.com/office/officeart/2005/8/layout/list1"/>
    <dgm:cxn modelId="{4161B5F8-DC59-4A4F-BEC2-D790CBDC9D5F}" type="presParOf" srcId="{11CA6C7F-E9E8-42E3-9DD8-92CAC1526202}" destId="{AB166F63-2DDF-403B-9F05-A4ACAD70FFCF}" srcOrd="1" destOrd="0" presId="urn:microsoft.com/office/officeart/2005/8/layout/list1"/>
    <dgm:cxn modelId="{F0651205-26E7-4323-8CB7-BB6A2D75B25F}" type="presParOf" srcId="{CF4B41BF-712E-40CF-BE37-834C5D417B2D}" destId="{35D9F200-EBA7-4C30-A846-40FD0B43DE65}" srcOrd="13" destOrd="0" presId="urn:microsoft.com/office/officeart/2005/8/layout/list1"/>
    <dgm:cxn modelId="{9E9FDC3F-394F-474A-9C85-9389F1622776}" type="presParOf" srcId="{CF4B41BF-712E-40CF-BE37-834C5D417B2D}" destId="{B72E7A5D-8AEF-4A14-B773-7F8B82E9A7CE}" srcOrd="14" destOrd="0" presId="urn:microsoft.com/office/officeart/2005/8/layout/list1"/>
    <dgm:cxn modelId="{9CA9B48A-18B1-434C-A622-25B086A4770F}" type="presParOf" srcId="{CF4B41BF-712E-40CF-BE37-834C5D417B2D}" destId="{AF3DDC64-0FC1-462C-A912-DFFAD2B3452E}" srcOrd="15" destOrd="0" presId="urn:microsoft.com/office/officeart/2005/8/layout/list1"/>
    <dgm:cxn modelId="{4A3F7994-4C94-4887-8150-527EA9ADAA23}" type="presParOf" srcId="{CF4B41BF-712E-40CF-BE37-834C5D417B2D}" destId="{90C3A3BF-D144-4A02-B57E-11C4E7053D60}" srcOrd="16" destOrd="0" presId="urn:microsoft.com/office/officeart/2005/8/layout/list1"/>
    <dgm:cxn modelId="{0AF7C1D7-5FC6-45DF-B3A8-68D7644845C6}" type="presParOf" srcId="{90C3A3BF-D144-4A02-B57E-11C4E7053D60}" destId="{57F748A9-36F3-464C-AC64-CDA104BF9258}" srcOrd="0" destOrd="0" presId="urn:microsoft.com/office/officeart/2005/8/layout/list1"/>
    <dgm:cxn modelId="{9FD68F33-90ED-4905-9D81-69DFAAFEBC1E}" type="presParOf" srcId="{90C3A3BF-D144-4A02-B57E-11C4E7053D60}" destId="{0B8FB84F-CC88-4407-907D-97A0783CCE0E}" srcOrd="1" destOrd="0" presId="urn:microsoft.com/office/officeart/2005/8/layout/list1"/>
    <dgm:cxn modelId="{72C796F3-5222-4FF3-AD86-896E9870BB7B}" type="presParOf" srcId="{CF4B41BF-712E-40CF-BE37-834C5D417B2D}" destId="{7FA994FB-7DC8-4E04-808E-68C05A549598}" srcOrd="17" destOrd="0" presId="urn:microsoft.com/office/officeart/2005/8/layout/list1"/>
    <dgm:cxn modelId="{FD05A0E7-6E96-46B3-A0D8-CBCF50D835AF}" type="presParOf" srcId="{CF4B41BF-712E-40CF-BE37-834C5D417B2D}" destId="{77C9F6DA-7B4B-4183-B511-629477166476}" srcOrd="18" destOrd="0" presId="urn:microsoft.com/office/officeart/2005/8/layout/list1"/>
    <dgm:cxn modelId="{5D7C648F-283B-4CE1-B835-5B6614F4EDAA}" type="presParOf" srcId="{CF4B41BF-712E-40CF-BE37-834C5D417B2D}" destId="{6E44FD23-DD1E-443A-B37A-5FC8E52A5ACB}" srcOrd="19" destOrd="0" presId="urn:microsoft.com/office/officeart/2005/8/layout/list1"/>
    <dgm:cxn modelId="{EB3C2C55-F100-4478-8FAB-A9ACD9173B26}" type="presParOf" srcId="{CF4B41BF-712E-40CF-BE37-834C5D417B2D}" destId="{9CF41578-4C61-42EF-9582-FA6F2981FA50}" srcOrd="20" destOrd="0" presId="urn:microsoft.com/office/officeart/2005/8/layout/list1"/>
    <dgm:cxn modelId="{5D0C6EA2-1C30-40C0-97BC-D752D5079C9F}" type="presParOf" srcId="{9CF41578-4C61-42EF-9582-FA6F2981FA50}" destId="{BB0AAFED-6165-4531-BAED-8083D49B78A0}" srcOrd="0" destOrd="0" presId="urn:microsoft.com/office/officeart/2005/8/layout/list1"/>
    <dgm:cxn modelId="{2C2597A1-FC23-4BDC-B5F6-D894E1C165D6}" type="presParOf" srcId="{9CF41578-4C61-42EF-9582-FA6F2981FA50}" destId="{A9C856A1-D1F8-4A5B-966C-1E2711C00FBF}" srcOrd="1" destOrd="0" presId="urn:microsoft.com/office/officeart/2005/8/layout/list1"/>
    <dgm:cxn modelId="{6FDDDFBB-39EF-4A68-B80F-E334C06434D7}" type="presParOf" srcId="{CF4B41BF-712E-40CF-BE37-834C5D417B2D}" destId="{F9208830-E678-493F-A388-65346BA57B6F}" srcOrd="21" destOrd="0" presId="urn:microsoft.com/office/officeart/2005/8/layout/list1"/>
    <dgm:cxn modelId="{83C48CFC-77CF-4259-89B0-D4557CB68BC3}" type="presParOf" srcId="{CF4B41BF-712E-40CF-BE37-834C5D417B2D}" destId="{0DAEACBF-7A8E-4E79-8260-83F808818BB1}" srcOrd="22" destOrd="0" presId="urn:microsoft.com/office/officeart/2005/8/layout/list1"/>
    <dgm:cxn modelId="{B058487E-8F8C-45BC-96A1-B2F5332679E0}" type="presParOf" srcId="{CF4B41BF-712E-40CF-BE37-834C5D417B2D}" destId="{57C9C805-5C6B-44B6-88FF-D78ADE731AED}" srcOrd="23" destOrd="0" presId="urn:microsoft.com/office/officeart/2005/8/layout/list1"/>
    <dgm:cxn modelId="{118E48EE-A839-449C-B150-5E0672FBEC58}" type="presParOf" srcId="{CF4B41BF-712E-40CF-BE37-834C5D417B2D}" destId="{8AD4F980-A27B-41F7-8537-E8A26F32DB46}" srcOrd="24" destOrd="0" presId="urn:microsoft.com/office/officeart/2005/8/layout/list1"/>
    <dgm:cxn modelId="{1094AB80-4C6E-4A4C-B25C-828038CA8ED1}" type="presParOf" srcId="{8AD4F980-A27B-41F7-8537-E8A26F32DB46}" destId="{C41791B6-7DB9-4AF7-ADD7-0904A9EE40C2}" srcOrd="0" destOrd="0" presId="urn:microsoft.com/office/officeart/2005/8/layout/list1"/>
    <dgm:cxn modelId="{A2803879-674B-4C7F-B900-E7478267BB0E}" type="presParOf" srcId="{8AD4F980-A27B-41F7-8537-E8A26F32DB46}" destId="{2D290B6F-558D-4D2C-935C-6ABB24D7AA5B}" srcOrd="1" destOrd="0" presId="urn:microsoft.com/office/officeart/2005/8/layout/list1"/>
    <dgm:cxn modelId="{D4760880-04AA-4400-97B9-171EA8B6CE59}" type="presParOf" srcId="{CF4B41BF-712E-40CF-BE37-834C5D417B2D}" destId="{9CA42ED1-866E-411D-9B36-20E0FFD538C7}" srcOrd="25" destOrd="0" presId="urn:microsoft.com/office/officeart/2005/8/layout/list1"/>
    <dgm:cxn modelId="{7B73000B-15CB-427E-B2DC-2530768E05F2}" type="presParOf" srcId="{CF4B41BF-712E-40CF-BE37-834C5D417B2D}" destId="{44994E77-1671-45D6-95AC-84CE9D28991C}" srcOrd="26" destOrd="0" presId="urn:microsoft.com/office/officeart/2005/8/layout/list1"/>
    <dgm:cxn modelId="{4F1B9018-77E6-4B87-A4E5-C72448DC1F85}" type="presParOf" srcId="{CF4B41BF-712E-40CF-BE37-834C5D417B2D}" destId="{020F4BB0-619F-48EE-90E6-FE6494D5F112}" srcOrd="27" destOrd="0" presId="urn:microsoft.com/office/officeart/2005/8/layout/list1"/>
    <dgm:cxn modelId="{549EB17B-5600-43FC-BD29-C1AF70FC9E4F}" type="presParOf" srcId="{CF4B41BF-712E-40CF-BE37-834C5D417B2D}" destId="{10D22D3E-D67F-42F4-82CD-88DD0B9D6F2A}" srcOrd="28" destOrd="0" presId="urn:microsoft.com/office/officeart/2005/8/layout/list1"/>
    <dgm:cxn modelId="{703932EB-2ACD-46DF-BCFB-47A1CE1D2C65}" type="presParOf" srcId="{10D22D3E-D67F-42F4-82CD-88DD0B9D6F2A}" destId="{B9F242CD-CCB7-4084-823A-6B80CB2D2EB7}" srcOrd="0" destOrd="0" presId="urn:microsoft.com/office/officeart/2005/8/layout/list1"/>
    <dgm:cxn modelId="{20654E0F-F650-4BBA-A148-664624F2F3F5}" type="presParOf" srcId="{10D22D3E-D67F-42F4-82CD-88DD0B9D6F2A}" destId="{79C7E277-8781-4D03-A8CE-52EC8DCC6B07}" srcOrd="1" destOrd="0" presId="urn:microsoft.com/office/officeart/2005/8/layout/list1"/>
    <dgm:cxn modelId="{D821E7CA-7BEB-455D-A24C-95F7BAB7933D}" type="presParOf" srcId="{CF4B41BF-712E-40CF-BE37-834C5D417B2D}" destId="{FC923C4B-D943-4A96-B8CB-530595B38BF9}" srcOrd="29" destOrd="0" presId="urn:microsoft.com/office/officeart/2005/8/layout/list1"/>
    <dgm:cxn modelId="{0EBD895B-FBD3-4B97-B6FA-8F9F1D5DAD39}" type="presParOf" srcId="{CF4B41BF-712E-40CF-BE37-834C5D417B2D}" destId="{0D1A63CA-978D-42F9-8165-7F133273198E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759011-02EA-4BAB-B0C1-7E512C66F006}" type="doc">
      <dgm:prSet loTypeId="urn:microsoft.com/office/officeart/2005/8/layout/hProcess9" loCatId="process" qsTypeId="urn:microsoft.com/office/officeart/2005/8/quickstyle/simple1" qsCatId="simple" csTypeId="urn:microsoft.com/office/officeart/2005/8/colors/accent5_2" csCatId="accent5" phldr="1"/>
      <dgm:spPr/>
    </dgm:pt>
    <dgm:pt modelId="{93E44F5A-0BBA-40C8-9E11-FDE553E53A68}">
      <dgm:prSet phldrT="[Text]" custT="1"/>
      <dgm:spPr/>
      <dgm:t>
        <a:bodyPr/>
        <a:lstStyle/>
        <a:p>
          <a:r>
            <a:rPr lang="en-US" sz="1800" b="1" dirty="0"/>
            <a:t>System Login</a:t>
          </a:r>
          <a:endParaRPr lang="en-US" sz="1800" dirty="0"/>
        </a:p>
      </dgm:t>
    </dgm:pt>
    <dgm:pt modelId="{6F4B7359-FBE2-4171-AA36-40868A394A47}" type="parTrans" cxnId="{484E33BF-06C9-472A-A3D4-BCE48A96BC51}">
      <dgm:prSet/>
      <dgm:spPr/>
      <dgm:t>
        <a:bodyPr/>
        <a:lstStyle/>
        <a:p>
          <a:endParaRPr lang="en-US" sz="1800"/>
        </a:p>
      </dgm:t>
    </dgm:pt>
    <dgm:pt modelId="{5BCDECDC-8A29-491E-B244-B6395FE149AA}" type="sibTrans" cxnId="{484E33BF-06C9-472A-A3D4-BCE48A96BC51}">
      <dgm:prSet/>
      <dgm:spPr/>
      <dgm:t>
        <a:bodyPr/>
        <a:lstStyle/>
        <a:p>
          <a:endParaRPr lang="en-US" sz="1800"/>
        </a:p>
      </dgm:t>
    </dgm:pt>
    <dgm:pt modelId="{B241F560-2FF7-4D8C-A92A-B0FEF67D5C6D}">
      <dgm:prSet phldrT="[Text]" custT="1"/>
      <dgm:spPr/>
      <dgm:t>
        <a:bodyPr/>
        <a:lstStyle/>
        <a:p>
          <a:r>
            <a:rPr lang="en-US" sz="1800" b="1"/>
            <a:t>User Portals</a:t>
          </a:r>
          <a:endParaRPr lang="en-US" sz="1800" dirty="0"/>
        </a:p>
      </dgm:t>
    </dgm:pt>
    <dgm:pt modelId="{B55B3271-92AE-4F14-AC65-45DE149C2BC7}" type="parTrans" cxnId="{D32F97AA-BFCF-492C-93A3-07C4570975A5}">
      <dgm:prSet/>
      <dgm:spPr/>
      <dgm:t>
        <a:bodyPr/>
        <a:lstStyle/>
        <a:p>
          <a:endParaRPr lang="en-US" sz="1800"/>
        </a:p>
      </dgm:t>
    </dgm:pt>
    <dgm:pt modelId="{043A6F86-AF2A-4D55-A872-2104467FE83F}" type="sibTrans" cxnId="{D32F97AA-BFCF-492C-93A3-07C4570975A5}">
      <dgm:prSet/>
      <dgm:spPr/>
      <dgm:t>
        <a:bodyPr/>
        <a:lstStyle/>
        <a:p>
          <a:endParaRPr lang="en-US" sz="1800"/>
        </a:p>
      </dgm:t>
    </dgm:pt>
    <dgm:pt modelId="{A5C51E31-9A0C-4AE0-98FC-3F7B00D3ABF1}" type="pres">
      <dgm:prSet presAssocID="{15759011-02EA-4BAB-B0C1-7E512C66F006}" presName="CompostProcess" presStyleCnt="0">
        <dgm:presLayoutVars>
          <dgm:dir/>
          <dgm:resizeHandles val="exact"/>
        </dgm:presLayoutVars>
      </dgm:prSet>
      <dgm:spPr/>
    </dgm:pt>
    <dgm:pt modelId="{35D43346-7BFA-41D6-AEB9-38C67D77AEBB}" type="pres">
      <dgm:prSet presAssocID="{15759011-02EA-4BAB-B0C1-7E512C66F006}" presName="arrow" presStyleLbl="bgShp" presStyleIdx="0" presStyleCnt="1"/>
      <dgm:spPr/>
    </dgm:pt>
    <dgm:pt modelId="{1E038229-94EF-4446-9C4D-D318C0796882}" type="pres">
      <dgm:prSet presAssocID="{15759011-02EA-4BAB-B0C1-7E512C66F006}" presName="linearProcess" presStyleCnt="0"/>
      <dgm:spPr/>
    </dgm:pt>
    <dgm:pt modelId="{E23016AA-5732-4C7F-98A3-78AA80F3D3A6}" type="pres">
      <dgm:prSet presAssocID="{93E44F5A-0BBA-40C8-9E11-FDE553E53A68}" presName="textNode" presStyleLbl="node1" presStyleIdx="0" presStyleCnt="2">
        <dgm:presLayoutVars>
          <dgm:bulletEnabled val="1"/>
        </dgm:presLayoutVars>
      </dgm:prSet>
      <dgm:spPr/>
    </dgm:pt>
    <dgm:pt modelId="{640EF4C6-388B-4979-A1EA-85B93579B190}" type="pres">
      <dgm:prSet presAssocID="{5BCDECDC-8A29-491E-B244-B6395FE149AA}" presName="sibTrans" presStyleCnt="0"/>
      <dgm:spPr/>
    </dgm:pt>
    <dgm:pt modelId="{09CC6ABB-35E3-44DB-BB5F-E82674C309E9}" type="pres">
      <dgm:prSet presAssocID="{B241F560-2FF7-4D8C-A92A-B0FEF67D5C6D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80085A02-5851-4DDC-9EBB-C1BDA59BACF0}" type="presOf" srcId="{15759011-02EA-4BAB-B0C1-7E512C66F006}" destId="{A5C51E31-9A0C-4AE0-98FC-3F7B00D3ABF1}" srcOrd="0" destOrd="0" presId="urn:microsoft.com/office/officeart/2005/8/layout/hProcess9"/>
    <dgm:cxn modelId="{28F8CE43-55FC-4584-882C-156CD701D654}" type="presOf" srcId="{B241F560-2FF7-4D8C-A92A-B0FEF67D5C6D}" destId="{09CC6ABB-35E3-44DB-BB5F-E82674C309E9}" srcOrd="0" destOrd="0" presId="urn:microsoft.com/office/officeart/2005/8/layout/hProcess9"/>
    <dgm:cxn modelId="{4DD7854C-5DB3-4AFE-AFC4-FA354006C4FB}" type="presOf" srcId="{93E44F5A-0BBA-40C8-9E11-FDE553E53A68}" destId="{E23016AA-5732-4C7F-98A3-78AA80F3D3A6}" srcOrd="0" destOrd="0" presId="urn:microsoft.com/office/officeart/2005/8/layout/hProcess9"/>
    <dgm:cxn modelId="{D32F97AA-BFCF-492C-93A3-07C4570975A5}" srcId="{15759011-02EA-4BAB-B0C1-7E512C66F006}" destId="{B241F560-2FF7-4D8C-A92A-B0FEF67D5C6D}" srcOrd="1" destOrd="0" parTransId="{B55B3271-92AE-4F14-AC65-45DE149C2BC7}" sibTransId="{043A6F86-AF2A-4D55-A872-2104467FE83F}"/>
    <dgm:cxn modelId="{484E33BF-06C9-472A-A3D4-BCE48A96BC51}" srcId="{15759011-02EA-4BAB-B0C1-7E512C66F006}" destId="{93E44F5A-0BBA-40C8-9E11-FDE553E53A68}" srcOrd="0" destOrd="0" parTransId="{6F4B7359-FBE2-4171-AA36-40868A394A47}" sibTransId="{5BCDECDC-8A29-491E-B244-B6395FE149AA}"/>
    <dgm:cxn modelId="{7BCAF510-2BE2-432F-8DBA-B9E1C276F682}" type="presParOf" srcId="{A5C51E31-9A0C-4AE0-98FC-3F7B00D3ABF1}" destId="{35D43346-7BFA-41D6-AEB9-38C67D77AEBB}" srcOrd="0" destOrd="0" presId="urn:microsoft.com/office/officeart/2005/8/layout/hProcess9"/>
    <dgm:cxn modelId="{71B72433-DE55-48A5-BF92-5C50E987307A}" type="presParOf" srcId="{A5C51E31-9A0C-4AE0-98FC-3F7B00D3ABF1}" destId="{1E038229-94EF-4446-9C4D-D318C0796882}" srcOrd="1" destOrd="0" presId="urn:microsoft.com/office/officeart/2005/8/layout/hProcess9"/>
    <dgm:cxn modelId="{21D3BF60-68B6-4517-8E33-B8F55BBF2BF8}" type="presParOf" srcId="{1E038229-94EF-4446-9C4D-D318C0796882}" destId="{E23016AA-5732-4C7F-98A3-78AA80F3D3A6}" srcOrd="0" destOrd="0" presId="urn:microsoft.com/office/officeart/2005/8/layout/hProcess9"/>
    <dgm:cxn modelId="{7D91CB64-E669-45CA-B8B1-0BB90DD64693}" type="presParOf" srcId="{1E038229-94EF-4446-9C4D-D318C0796882}" destId="{640EF4C6-388B-4979-A1EA-85B93579B190}" srcOrd="1" destOrd="0" presId="urn:microsoft.com/office/officeart/2005/8/layout/hProcess9"/>
    <dgm:cxn modelId="{7FC11C11-BB81-479F-AA30-0DFA2A8D2C9D}" type="presParOf" srcId="{1E038229-94EF-4446-9C4D-D318C0796882}" destId="{09CC6ABB-35E3-44DB-BB5F-E82674C309E9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BBC2A2-75A6-46FF-99A8-8E94576A9541}" type="doc">
      <dgm:prSet loTypeId="urn:microsoft.com/office/officeart/2005/8/layout/hList9" loCatId="list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16175EB0-AC38-4749-BD3C-8F6D9AC6489D}">
      <dgm:prSet phldrT="[Text]" phldr="0" custT="1"/>
      <dgm:spPr/>
      <dgm:t>
        <a:bodyPr/>
        <a:lstStyle/>
        <a:p>
          <a:r>
            <a:rPr lang="en-US" sz="1800" dirty="0"/>
            <a:t>Actors</a:t>
          </a:r>
        </a:p>
      </dgm:t>
    </dgm:pt>
    <dgm:pt modelId="{8FA947B5-5436-48B9-A9CD-F0134A8677B8}" type="parTrans" cxnId="{DD0EFE9D-E490-47C9-B59D-1BBB98882F1D}">
      <dgm:prSet/>
      <dgm:spPr/>
      <dgm:t>
        <a:bodyPr/>
        <a:lstStyle/>
        <a:p>
          <a:endParaRPr lang="en-US" sz="1800"/>
        </a:p>
      </dgm:t>
    </dgm:pt>
    <dgm:pt modelId="{DAA05DC8-9852-4D94-9769-504CFB28BDF0}" type="sibTrans" cxnId="{DD0EFE9D-E490-47C9-B59D-1BBB98882F1D}">
      <dgm:prSet/>
      <dgm:spPr/>
      <dgm:t>
        <a:bodyPr/>
        <a:lstStyle/>
        <a:p>
          <a:endParaRPr lang="en-US" sz="1800"/>
        </a:p>
      </dgm:t>
    </dgm:pt>
    <dgm:pt modelId="{19507727-8787-4A95-9864-C8FEBFBA8C3D}">
      <dgm:prSet phldrT="[Text]" phldr="0" custT="1"/>
      <dgm:spPr/>
      <dgm:t>
        <a:bodyPr/>
        <a:lstStyle/>
        <a:p>
          <a:r>
            <a:rPr lang="en-US" sz="1800" dirty="0">
              <a:solidFill>
                <a:srgbClr val="002060"/>
              </a:solidFill>
            </a:rPr>
            <a:t>Student</a:t>
          </a:r>
        </a:p>
      </dgm:t>
    </dgm:pt>
    <dgm:pt modelId="{94732B3E-A819-4A7D-9E1C-548BFDDAC847}" type="parTrans" cxnId="{559A4330-89D1-44FC-9AA0-0C3424B6F637}">
      <dgm:prSet/>
      <dgm:spPr/>
      <dgm:t>
        <a:bodyPr/>
        <a:lstStyle/>
        <a:p>
          <a:endParaRPr lang="en-US" sz="1800"/>
        </a:p>
      </dgm:t>
    </dgm:pt>
    <dgm:pt modelId="{733D9625-CB40-4800-8CC1-40C616D647A3}" type="sibTrans" cxnId="{559A4330-89D1-44FC-9AA0-0C3424B6F637}">
      <dgm:prSet/>
      <dgm:spPr/>
      <dgm:t>
        <a:bodyPr/>
        <a:lstStyle/>
        <a:p>
          <a:endParaRPr lang="en-US" sz="1800"/>
        </a:p>
      </dgm:t>
    </dgm:pt>
    <dgm:pt modelId="{6AE5D7A7-ACE1-4BA5-8ACF-9E1254991388}">
      <dgm:prSet phldrT="[Text]" phldr="0" custT="1"/>
      <dgm:spPr/>
      <dgm:t>
        <a:bodyPr/>
        <a:lstStyle/>
        <a:p>
          <a:r>
            <a:rPr lang="en-US" sz="1800" dirty="0">
              <a:solidFill>
                <a:srgbClr val="002060"/>
              </a:solidFill>
            </a:rPr>
            <a:t>Admin</a:t>
          </a:r>
        </a:p>
      </dgm:t>
    </dgm:pt>
    <dgm:pt modelId="{78FDE38B-B157-45D6-8FE5-65B63E0CDA5E}" type="parTrans" cxnId="{4A1B254D-D517-4EC6-9502-C643EA33AC09}">
      <dgm:prSet/>
      <dgm:spPr/>
      <dgm:t>
        <a:bodyPr/>
        <a:lstStyle/>
        <a:p>
          <a:endParaRPr lang="en-US" sz="1800"/>
        </a:p>
      </dgm:t>
    </dgm:pt>
    <dgm:pt modelId="{6252A747-7624-4232-B0BB-23A8E8B8354C}" type="sibTrans" cxnId="{4A1B254D-D517-4EC6-9502-C643EA33AC09}">
      <dgm:prSet/>
      <dgm:spPr/>
      <dgm:t>
        <a:bodyPr/>
        <a:lstStyle/>
        <a:p>
          <a:endParaRPr lang="en-US" sz="1800"/>
        </a:p>
      </dgm:t>
    </dgm:pt>
    <dgm:pt modelId="{EF173BA7-B9ED-4B49-A244-F58D4124B661}" type="pres">
      <dgm:prSet presAssocID="{5CBBC2A2-75A6-46FF-99A8-8E94576A9541}" presName="list" presStyleCnt="0">
        <dgm:presLayoutVars>
          <dgm:dir/>
          <dgm:animLvl val="lvl"/>
        </dgm:presLayoutVars>
      </dgm:prSet>
      <dgm:spPr/>
    </dgm:pt>
    <dgm:pt modelId="{FC6A6D55-BCF4-42C0-BC37-C7779D51579A}" type="pres">
      <dgm:prSet presAssocID="{16175EB0-AC38-4749-BD3C-8F6D9AC6489D}" presName="posSpace" presStyleCnt="0"/>
      <dgm:spPr/>
    </dgm:pt>
    <dgm:pt modelId="{D874A333-59C4-4BC1-BD3D-F9B168F5F156}" type="pres">
      <dgm:prSet presAssocID="{16175EB0-AC38-4749-BD3C-8F6D9AC6489D}" presName="vertFlow" presStyleCnt="0"/>
      <dgm:spPr/>
    </dgm:pt>
    <dgm:pt modelId="{4791764C-2D71-4221-AD75-1A556AB48EC5}" type="pres">
      <dgm:prSet presAssocID="{16175EB0-AC38-4749-BD3C-8F6D9AC6489D}" presName="topSpace" presStyleCnt="0"/>
      <dgm:spPr/>
    </dgm:pt>
    <dgm:pt modelId="{2790B26E-0FA0-4FD8-A301-64D7525115D1}" type="pres">
      <dgm:prSet presAssocID="{16175EB0-AC38-4749-BD3C-8F6D9AC6489D}" presName="firstComp" presStyleCnt="0"/>
      <dgm:spPr/>
    </dgm:pt>
    <dgm:pt modelId="{50D204B6-ACA1-48AB-9594-B29C22B1D5FD}" type="pres">
      <dgm:prSet presAssocID="{16175EB0-AC38-4749-BD3C-8F6D9AC6489D}" presName="firstChild" presStyleLbl="bgAccFollowNode1" presStyleIdx="0" presStyleCnt="2"/>
      <dgm:spPr/>
    </dgm:pt>
    <dgm:pt modelId="{B152754B-7DC1-4797-BE7D-62C517506825}" type="pres">
      <dgm:prSet presAssocID="{16175EB0-AC38-4749-BD3C-8F6D9AC6489D}" presName="firstChildTx" presStyleLbl="bgAccFollowNode1" presStyleIdx="0" presStyleCnt="2">
        <dgm:presLayoutVars>
          <dgm:bulletEnabled val="1"/>
        </dgm:presLayoutVars>
      </dgm:prSet>
      <dgm:spPr/>
    </dgm:pt>
    <dgm:pt modelId="{971AA884-0870-4703-9EFE-628894C07405}" type="pres">
      <dgm:prSet presAssocID="{6AE5D7A7-ACE1-4BA5-8ACF-9E1254991388}" presName="comp" presStyleCnt="0"/>
      <dgm:spPr/>
    </dgm:pt>
    <dgm:pt modelId="{0ADCB9D6-7D68-4235-AB05-A507AF4DA7B1}" type="pres">
      <dgm:prSet presAssocID="{6AE5D7A7-ACE1-4BA5-8ACF-9E1254991388}" presName="child" presStyleLbl="bgAccFollowNode1" presStyleIdx="1" presStyleCnt="2"/>
      <dgm:spPr/>
    </dgm:pt>
    <dgm:pt modelId="{E8BDB8D1-8810-4290-8A2D-2ECDAB9C31DF}" type="pres">
      <dgm:prSet presAssocID="{6AE5D7A7-ACE1-4BA5-8ACF-9E1254991388}" presName="childTx" presStyleLbl="bgAccFollowNode1" presStyleIdx="1" presStyleCnt="2">
        <dgm:presLayoutVars>
          <dgm:bulletEnabled val="1"/>
        </dgm:presLayoutVars>
      </dgm:prSet>
      <dgm:spPr/>
    </dgm:pt>
    <dgm:pt modelId="{41697744-3058-4121-8E91-4BFDAC0A1FCE}" type="pres">
      <dgm:prSet presAssocID="{16175EB0-AC38-4749-BD3C-8F6D9AC6489D}" presName="negSpace" presStyleCnt="0"/>
      <dgm:spPr/>
    </dgm:pt>
    <dgm:pt modelId="{D8CF595D-99F2-4840-90C5-D0E0CEEDF5DB}" type="pres">
      <dgm:prSet presAssocID="{16175EB0-AC38-4749-BD3C-8F6D9AC6489D}" presName="circle" presStyleLbl="node1" presStyleIdx="0" presStyleCnt="1"/>
      <dgm:spPr/>
    </dgm:pt>
  </dgm:ptLst>
  <dgm:cxnLst>
    <dgm:cxn modelId="{769DB92A-9CE4-4B99-99C5-7C15F5A88D83}" type="presOf" srcId="{6AE5D7A7-ACE1-4BA5-8ACF-9E1254991388}" destId="{0ADCB9D6-7D68-4235-AB05-A507AF4DA7B1}" srcOrd="0" destOrd="0" presId="urn:microsoft.com/office/officeart/2005/8/layout/hList9"/>
    <dgm:cxn modelId="{559A4330-89D1-44FC-9AA0-0C3424B6F637}" srcId="{16175EB0-AC38-4749-BD3C-8F6D9AC6489D}" destId="{19507727-8787-4A95-9864-C8FEBFBA8C3D}" srcOrd="0" destOrd="0" parTransId="{94732B3E-A819-4A7D-9E1C-548BFDDAC847}" sibTransId="{733D9625-CB40-4800-8CC1-40C616D647A3}"/>
    <dgm:cxn modelId="{2C44553D-7EF0-4717-9714-D450CD1832E5}" type="presOf" srcId="{5CBBC2A2-75A6-46FF-99A8-8E94576A9541}" destId="{EF173BA7-B9ED-4B49-A244-F58D4124B661}" srcOrd="0" destOrd="0" presId="urn:microsoft.com/office/officeart/2005/8/layout/hList9"/>
    <dgm:cxn modelId="{7E737849-F216-4369-A0DA-B0D519E512DE}" type="presOf" srcId="{19507727-8787-4A95-9864-C8FEBFBA8C3D}" destId="{B152754B-7DC1-4797-BE7D-62C517506825}" srcOrd="1" destOrd="0" presId="urn:microsoft.com/office/officeart/2005/8/layout/hList9"/>
    <dgm:cxn modelId="{4A1B254D-D517-4EC6-9502-C643EA33AC09}" srcId="{16175EB0-AC38-4749-BD3C-8F6D9AC6489D}" destId="{6AE5D7A7-ACE1-4BA5-8ACF-9E1254991388}" srcOrd="1" destOrd="0" parTransId="{78FDE38B-B157-45D6-8FE5-65B63E0CDA5E}" sibTransId="{6252A747-7624-4232-B0BB-23A8E8B8354C}"/>
    <dgm:cxn modelId="{B443024F-D27A-41A8-9FE7-EAAC0DA00B98}" type="presOf" srcId="{16175EB0-AC38-4749-BD3C-8F6D9AC6489D}" destId="{D8CF595D-99F2-4840-90C5-D0E0CEEDF5DB}" srcOrd="0" destOrd="0" presId="urn:microsoft.com/office/officeart/2005/8/layout/hList9"/>
    <dgm:cxn modelId="{AE0FDC72-C592-4C7F-B971-3FA10FD196EC}" type="presOf" srcId="{6AE5D7A7-ACE1-4BA5-8ACF-9E1254991388}" destId="{E8BDB8D1-8810-4290-8A2D-2ECDAB9C31DF}" srcOrd="1" destOrd="0" presId="urn:microsoft.com/office/officeart/2005/8/layout/hList9"/>
    <dgm:cxn modelId="{DA2CB283-8106-46E3-A044-A8C61A7C9E6B}" type="presOf" srcId="{19507727-8787-4A95-9864-C8FEBFBA8C3D}" destId="{50D204B6-ACA1-48AB-9594-B29C22B1D5FD}" srcOrd="0" destOrd="0" presId="urn:microsoft.com/office/officeart/2005/8/layout/hList9"/>
    <dgm:cxn modelId="{DD0EFE9D-E490-47C9-B59D-1BBB98882F1D}" srcId="{5CBBC2A2-75A6-46FF-99A8-8E94576A9541}" destId="{16175EB0-AC38-4749-BD3C-8F6D9AC6489D}" srcOrd="0" destOrd="0" parTransId="{8FA947B5-5436-48B9-A9CD-F0134A8677B8}" sibTransId="{DAA05DC8-9852-4D94-9769-504CFB28BDF0}"/>
    <dgm:cxn modelId="{C5D68AD3-883C-48FB-87E0-C7326A1CBCB5}" type="presParOf" srcId="{EF173BA7-B9ED-4B49-A244-F58D4124B661}" destId="{FC6A6D55-BCF4-42C0-BC37-C7779D51579A}" srcOrd="0" destOrd="0" presId="urn:microsoft.com/office/officeart/2005/8/layout/hList9"/>
    <dgm:cxn modelId="{267C518A-A1CD-4E32-BE33-F828EC9EDCEA}" type="presParOf" srcId="{EF173BA7-B9ED-4B49-A244-F58D4124B661}" destId="{D874A333-59C4-4BC1-BD3D-F9B168F5F156}" srcOrd="1" destOrd="0" presId="urn:microsoft.com/office/officeart/2005/8/layout/hList9"/>
    <dgm:cxn modelId="{547276E3-E793-438E-BF3F-7C832FC85027}" type="presParOf" srcId="{D874A333-59C4-4BC1-BD3D-F9B168F5F156}" destId="{4791764C-2D71-4221-AD75-1A556AB48EC5}" srcOrd="0" destOrd="0" presId="urn:microsoft.com/office/officeart/2005/8/layout/hList9"/>
    <dgm:cxn modelId="{E876A297-FBF8-4313-80D5-575F69CADA36}" type="presParOf" srcId="{D874A333-59C4-4BC1-BD3D-F9B168F5F156}" destId="{2790B26E-0FA0-4FD8-A301-64D7525115D1}" srcOrd="1" destOrd="0" presId="urn:microsoft.com/office/officeart/2005/8/layout/hList9"/>
    <dgm:cxn modelId="{FD925780-3878-4F11-861D-C47C6A29719E}" type="presParOf" srcId="{2790B26E-0FA0-4FD8-A301-64D7525115D1}" destId="{50D204B6-ACA1-48AB-9594-B29C22B1D5FD}" srcOrd="0" destOrd="0" presId="urn:microsoft.com/office/officeart/2005/8/layout/hList9"/>
    <dgm:cxn modelId="{4AB068C9-0638-4127-9CCC-30D91110D809}" type="presParOf" srcId="{2790B26E-0FA0-4FD8-A301-64D7525115D1}" destId="{B152754B-7DC1-4797-BE7D-62C517506825}" srcOrd="1" destOrd="0" presId="urn:microsoft.com/office/officeart/2005/8/layout/hList9"/>
    <dgm:cxn modelId="{DBBC01D4-47E6-43B2-AA22-67F33084C260}" type="presParOf" srcId="{D874A333-59C4-4BC1-BD3D-F9B168F5F156}" destId="{971AA884-0870-4703-9EFE-628894C07405}" srcOrd="2" destOrd="0" presId="urn:microsoft.com/office/officeart/2005/8/layout/hList9"/>
    <dgm:cxn modelId="{54DB8265-4CE0-44EE-B744-B461DC0D41E1}" type="presParOf" srcId="{971AA884-0870-4703-9EFE-628894C07405}" destId="{0ADCB9D6-7D68-4235-AB05-A507AF4DA7B1}" srcOrd="0" destOrd="0" presId="urn:microsoft.com/office/officeart/2005/8/layout/hList9"/>
    <dgm:cxn modelId="{355D4A3A-3C6A-4415-A92A-B342766ABEB3}" type="presParOf" srcId="{971AA884-0870-4703-9EFE-628894C07405}" destId="{E8BDB8D1-8810-4290-8A2D-2ECDAB9C31DF}" srcOrd="1" destOrd="0" presId="urn:microsoft.com/office/officeart/2005/8/layout/hList9"/>
    <dgm:cxn modelId="{FC32E5E4-1FDA-4962-B345-35439EA5B32F}" type="presParOf" srcId="{EF173BA7-B9ED-4B49-A244-F58D4124B661}" destId="{41697744-3058-4121-8E91-4BFDAC0A1FCE}" srcOrd="2" destOrd="0" presId="urn:microsoft.com/office/officeart/2005/8/layout/hList9"/>
    <dgm:cxn modelId="{C35ED7C9-46C8-4210-9A63-4363411819EC}" type="presParOf" srcId="{EF173BA7-B9ED-4B49-A244-F58D4124B661}" destId="{D8CF595D-99F2-4840-90C5-D0E0CEEDF5DB}" srcOrd="3" destOrd="0" presId="urn:microsoft.com/office/officeart/2005/8/layout/hList9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9FE3B7-512B-491D-B8E0-ECEE45CE796F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5EF92C50-0735-46AC-87AF-DC36EB15541D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>
              <a:solidFill>
                <a:schemeClr val="bg1"/>
              </a:solidFill>
            </a:rPr>
            <a:t>User logs into the system</a:t>
          </a:r>
        </a:p>
      </dgm:t>
    </dgm:pt>
    <dgm:pt modelId="{8155F49D-2C3B-4A2C-B990-C9C4FC447FD9}" type="parTrans" cxnId="{CAAD7744-E47F-4351-BBC8-4B5434FA3817}">
      <dgm:prSet/>
      <dgm:spPr/>
      <dgm:t>
        <a:bodyPr/>
        <a:lstStyle/>
        <a:p>
          <a:endParaRPr lang="en-US" sz="1800"/>
        </a:p>
      </dgm:t>
    </dgm:pt>
    <dgm:pt modelId="{B5C95D28-3F5B-4192-9CB2-780CC7F43BB8}" type="sibTrans" cxnId="{CAAD7744-E47F-4351-BBC8-4B5434FA3817}">
      <dgm:prSet/>
      <dgm:spPr/>
      <dgm:t>
        <a:bodyPr/>
        <a:lstStyle/>
        <a:p>
          <a:endParaRPr lang="en-US" sz="1800"/>
        </a:p>
      </dgm:t>
    </dgm:pt>
    <dgm:pt modelId="{17E3ADE7-BD4A-4664-BE75-463C93E025EA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>
              <a:solidFill>
                <a:schemeClr val="bg1"/>
              </a:solidFill>
            </a:rPr>
            <a:t>Doubly Linked List</a:t>
          </a:r>
        </a:p>
      </dgm:t>
    </dgm:pt>
    <dgm:pt modelId="{B04361DA-A0C1-493A-B503-382C060427E5}" type="sibTrans" cxnId="{E1E6DE74-F600-48FD-84B0-55F3600C35EF}">
      <dgm:prSet/>
      <dgm:spPr/>
      <dgm:t>
        <a:bodyPr/>
        <a:lstStyle/>
        <a:p>
          <a:endParaRPr lang="en-US" sz="1800"/>
        </a:p>
      </dgm:t>
    </dgm:pt>
    <dgm:pt modelId="{E52B5922-C759-460B-A80D-6DB41C837E6C}" type="parTrans" cxnId="{E1E6DE74-F600-48FD-84B0-55F3600C35EF}">
      <dgm:prSet/>
      <dgm:spPr/>
      <dgm:t>
        <a:bodyPr/>
        <a:lstStyle/>
        <a:p>
          <a:endParaRPr lang="en-US" sz="1800"/>
        </a:p>
      </dgm:t>
    </dgm:pt>
    <dgm:pt modelId="{B4C6936C-EC91-4071-A5F4-8743FCA5ABF9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>
              <a:solidFill>
                <a:schemeClr val="bg1"/>
              </a:solidFill>
            </a:rPr>
            <a:t>Priority Queue</a:t>
          </a:r>
        </a:p>
      </dgm:t>
    </dgm:pt>
    <dgm:pt modelId="{7F7206A8-B908-436D-9E68-931D40AF6D8E}" type="sibTrans" cxnId="{759D8B70-E322-4BC0-8EBD-314B0DA7542A}">
      <dgm:prSet/>
      <dgm:spPr/>
      <dgm:t>
        <a:bodyPr/>
        <a:lstStyle/>
        <a:p>
          <a:endParaRPr lang="en-US" sz="1800"/>
        </a:p>
      </dgm:t>
    </dgm:pt>
    <dgm:pt modelId="{9DFE37D1-25E0-4AD3-AF57-744547DF682A}" type="parTrans" cxnId="{759D8B70-E322-4BC0-8EBD-314B0DA7542A}">
      <dgm:prSet/>
      <dgm:spPr/>
      <dgm:t>
        <a:bodyPr/>
        <a:lstStyle/>
        <a:p>
          <a:endParaRPr lang="en-US" sz="1800"/>
        </a:p>
      </dgm:t>
    </dgm:pt>
    <dgm:pt modelId="{CDA9B3BB-C1B4-4C37-8DCC-3E31E780C9E2}">
      <dgm:prSet phldrT="[Text]" custT="1"/>
      <dgm:spPr/>
      <dgm:t>
        <a:bodyPr/>
        <a:lstStyle/>
        <a:p>
          <a:pPr algn="ctr"/>
          <a:r>
            <a:rPr lang="en-US" sz="1800" b="1" dirty="0">
              <a:solidFill>
                <a:schemeClr val="bg1"/>
              </a:solidFill>
            </a:rPr>
            <a:t>Hash Table</a:t>
          </a:r>
        </a:p>
      </dgm:t>
    </dgm:pt>
    <dgm:pt modelId="{7C3D2430-A7BE-4625-A8DA-0107034545AB}" type="sibTrans" cxnId="{44D624B6-4DD2-4D9E-B0AF-0E13884A6D87}">
      <dgm:prSet/>
      <dgm:spPr/>
      <dgm:t>
        <a:bodyPr/>
        <a:lstStyle/>
        <a:p>
          <a:endParaRPr lang="en-US" sz="1800"/>
        </a:p>
      </dgm:t>
    </dgm:pt>
    <dgm:pt modelId="{55161371-F11F-4D30-9272-FBD06AE167B0}" type="parTrans" cxnId="{44D624B6-4DD2-4D9E-B0AF-0E13884A6D87}">
      <dgm:prSet/>
      <dgm:spPr/>
      <dgm:t>
        <a:bodyPr/>
        <a:lstStyle/>
        <a:p>
          <a:endParaRPr lang="en-US" sz="1800"/>
        </a:p>
      </dgm:t>
    </dgm:pt>
    <dgm:pt modelId="{6C733233-D4E7-4B52-93BA-1A339E46132C}">
      <dgm:prSet phldrT="[Text]" custT="1"/>
      <dgm:spPr/>
      <dgm:t>
        <a:bodyPr/>
        <a:lstStyle/>
        <a:p>
          <a:pPr algn="ctr"/>
          <a:r>
            <a:rPr lang="en-US" sz="1800" b="1" dirty="0">
              <a:solidFill>
                <a:schemeClr val="bg1"/>
              </a:solidFill>
            </a:rPr>
            <a:t>Quick Sort</a:t>
          </a:r>
        </a:p>
      </dgm:t>
    </dgm:pt>
    <dgm:pt modelId="{30648C6B-B801-42F5-B55F-E40D8AA87F2F}" type="sibTrans" cxnId="{DB1849CC-1AA6-464F-9CB3-1903986507F7}">
      <dgm:prSet/>
      <dgm:spPr/>
      <dgm:t>
        <a:bodyPr/>
        <a:lstStyle/>
        <a:p>
          <a:endParaRPr lang="en-US" sz="1800"/>
        </a:p>
      </dgm:t>
    </dgm:pt>
    <dgm:pt modelId="{25C343E5-28F0-4EEF-BAD0-EAE756FD9D6F}" type="parTrans" cxnId="{DB1849CC-1AA6-464F-9CB3-1903986507F7}">
      <dgm:prSet/>
      <dgm:spPr/>
      <dgm:t>
        <a:bodyPr/>
        <a:lstStyle/>
        <a:p>
          <a:endParaRPr lang="en-US" sz="1800"/>
        </a:p>
      </dgm:t>
    </dgm:pt>
    <dgm:pt modelId="{D84DE7A6-22AA-4597-A2F3-98C47C53961B}">
      <dgm:prSet phldrT="[Text]" custT="1"/>
      <dgm:spPr/>
      <dgm:t>
        <a:bodyPr/>
        <a:lstStyle/>
        <a:p>
          <a:pPr algn="ctr">
            <a:buNone/>
          </a:pPr>
          <a:r>
            <a:rPr lang="en-US" sz="1800" b="1" dirty="0">
              <a:solidFill>
                <a:schemeClr val="bg1"/>
              </a:solidFill>
            </a:rPr>
            <a:t>Binary Search</a:t>
          </a:r>
        </a:p>
      </dgm:t>
    </dgm:pt>
    <dgm:pt modelId="{6FC8E94F-2336-4655-9E1E-975E7208AD66}" type="parTrans" cxnId="{F73A49BF-18BD-4E05-A0DD-F239F1C142AC}">
      <dgm:prSet/>
      <dgm:spPr/>
      <dgm:t>
        <a:bodyPr/>
        <a:lstStyle/>
        <a:p>
          <a:endParaRPr lang="en-US"/>
        </a:p>
      </dgm:t>
    </dgm:pt>
    <dgm:pt modelId="{DE68C3A7-C3B2-46DC-9A96-598BE80B4EA3}" type="sibTrans" cxnId="{F73A49BF-18BD-4E05-A0DD-F239F1C142AC}">
      <dgm:prSet/>
      <dgm:spPr/>
      <dgm:t>
        <a:bodyPr/>
        <a:lstStyle/>
        <a:p>
          <a:endParaRPr lang="en-US"/>
        </a:p>
      </dgm:t>
    </dgm:pt>
    <dgm:pt modelId="{CF4B41BF-712E-40CF-BE37-834C5D417B2D}" type="pres">
      <dgm:prSet presAssocID="{5C9FE3B7-512B-491D-B8E0-ECEE45CE796F}" presName="linear" presStyleCnt="0">
        <dgm:presLayoutVars>
          <dgm:dir/>
          <dgm:animLvl val="lvl"/>
          <dgm:resizeHandles val="exact"/>
        </dgm:presLayoutVars>
      </dgm:prSet>
      <dgm:spPr/>
    </dgm:pt>
    <dgm:pt modelId="{9AD44F98-626B-40AE-9970-6E3855CF0ADE}" type="pres">
      <dgm:prSet presAssocID="{5EF92C50-0735-46AC-87AF-DC36EB15541D}" presName="parentLin" presStyleCnt="0"/>
      <dgm:spPr/>
    </dgm:pt>
    <dgm:pt modelId="{E306D46E-12DD-4989-93AB-C82691660DEB}" type="pres">
      <dgm:prSet presAssocID="{5EF92C50-0735-46AC-87AF-DC36EB15541D}" presName="parentLeftMargin" presStyleLbl="node1" presStyleIdx="0" presStyleCnt="6"/>
      <dgm:spPr/>
    </dgm:pt>
    <dgm:pt modelId="{EF95C7E5-4FE0-4B8C-BF11-327D81D26F05}" type="pres">
      <dgm:prSet presAssocID="{5EF92C50-0735-46AC-87AF-DC36EB15541D}" presName="parentText" presStyleLbl="node1" presStyleIdx="0" presStyleCnt="6" custScaleX="138946">
        <dgm:presLayoutVars>
          <dgm:chMax val="0"/>
          <dgm:bulletEnabled val="1"/>
        </dgm:presLayoutVars>
      </dgm:prSet>
      <dgm:spPr/>
    </dgm:pt>
    <dgm:pt modelId="{BECE82CC-1ABE-4B16-8043-731528709A52}" type="pres">
      <dgm:prSet presAssocID="{5EF92C50-0735-46AC-87AF-DC36EB15541D}" presName="negativeSpace" presStyleCnt="0"/>
      <dgm:spPr/>
    </dgm:pt>
    <dgm:pt modelId="{94574829-C567-4027-B035-F3843A5FCA5F}" type="pres">
      <dgm:prSet presAssocID="{5EF92C50-0735-46AC-87AF-DC36EB15541D}" presName="childText" presStyleLbl="conFgAcc1" presStyleIdx="0" presStyleCnt="6">
        <dgm:presLayoutVars>
          <dgm:bulletEnabled val="1"/>
        </dgm:presLayoutVars>
      </dgm:prSet>
      <dgm:spPr/>
    </dgm:pt>
    <dgm:pt modelId="{B14D4FC6-AF3F-4534-A7D2-0B8CB2A5FDDC}" type="pres">
      <dgm:prSet presAssocID="{B5C95D28-3F5B-4192-9CB2-780CC7F43BB8}" presName="spaceBetweenRectangles" presStyleCnt="0"/>
      <dgm:spPr/>
    </dgm:pt>
    <dgm:pt modelId="{46F5FC19-2AC6-41BD-9083-BC1F1A57DE86}" type="pres">
      <dgm:prSet presAssocID="{17E3ADE7-BD4A-4664-BE75-463C93E025EA}" presName="parentLin" presStyleCnt="0"/>
      <dgm:spPr/>
    </dgm:pt>
    <dgm:pt modelId="{BB8A4447-94F3-4740-8AA0-877C1AFC7E95}" type="pres">
      <dgm:prSet presAssocID="{17E3ADE7-BD4A-4664-BE75-463C93E025EA}" presName="parentLeftMargin" presStyleLbl="node1" presStyleIdx="0" presStyleCnt="6"/>
      <dgm:spPr/>
    </dgm:pt>
    <dgm:pt modelId="{7349FB90-5FBB-4583-B596-8D41A8FEFC9D}" type="pres">
      <dgm:prSet presAssocID="{17E3ADE7-BD4A-4664-BE75-463C93E025EA}" presName="parentText" presStyleLbl="node1" presStyleIdx="1" presStyleCnt="6" custScaleX="138946">
        <dgm:presLayoutVars>
          <dgm:chMax val="0"/>
          <dgm:bulletEnabled val="1"/>
        </dgm:presLayoutVars>
      </dgm:prSet>
      <dgm:spPr/>
    </dgm:pt>
    <dgm:pt modelId="{D6C14ED9-9972-499D-BEE2-9FE6062FF439}" type="pres">
      <dgm:prSet presAssocID="{17E3ADE7-BD4A-4664-BE75-463C93E025EA}" presName="negativeSpace" presStyleCnt="0"/>
      <dgm:spPr/>
    </dgm:pt>
    <dgm:pt modelId="{44FA5C2F-782C-451A-8C4A-578DB59900EE}" type="pres">
      <dgm:prSet presAssocID="{17E3ADE7-BD4A-4664-BE75-463C93E025EA}" presName="childText" presStyleLbl="conFgAcc1" presStyleIdx="1" presStyleCnt="6">
        <dgm:presLayoutVars>
          <dgm:bulletEnabled val="1"/>
        </dgm:presLayoutVars>
      </dgm:prSet>
      <dgm:spPr/>
    </dgm:pt>
    <dgm:pt modelId="{2577F18E-3A1B-40EA-98DC-050F26CA9F32}" type="pres">
      <dgm:prSet presAssocID="{B04361DA-A0C1-493A-B503-382C060427E5}" presName="spaceBetweenRectangles" presStyleCnt="0"/>
      <dgm:spPr/>
    </dgm:pt>
    <dgm:pt modelId="{11CA6C7F-E9E8-42E3-9DD8-92CAC1526202}" type="pres">
      <dgm:prSet presAssocID="{B4C6936C-EC91-4071-A5F4-8743FCA5ABF9}" presName="parentLin" presStyleCnt="0"/>
      <dgm:spPr/>
    </dgm:pt>
    <dgm:pt modelId="{1D062AD1-3E96-4C69-82F7-B3ADE1EDEBF9}" type="pres">
      <dgm:prSet presAssocID="{B4C6936C-EC91-4071-A5F4-8743FCA5ABF9}" presName="parentLeftMargin" presStyleLbl="node1" presStyleIdx="1" presStyleCnt="6"/>
      <dgm:spPr/>
    </dgm:pt>
    <dgm:pt modelId="{AB166F63-2DDF-403B-9F05-A4ACAD70FFCF}" type="pres">
      <dgm:prSet presAssocID="{B4C6936C-EC91-4071-A5F4-8743FCA5ABF9}" presName="parentText" presStyleLbl="node1" presStyleIdx="2" presStyleCnt="6" custScaleX="138946">
        <dgm:presLayoutVars>
          <dgm:chMax val="0"/>
          <dgm:bulletEnabled val="1"/>
        </dgm:presLayoutVars>
      </dgm:prSet>
      <dgm:spPr/>
    </dgm:pt>
    <dgm:pt modelId="{35D9F200-EBA7-4C30-A846-40FD0B43DE65}" type="pres">
      <dgm:prSet presAssocID="{B4C6936C-EC91-4071-A5F4-8743FCA5ABF9}" presName="negativeSpace" presStyleCnt="0"/>
      <dgm:spPr/>
    </dgm:pt>
    <dgm:pt modelId="{B72E7A5D-8AEF-4A14-B773-7F8B82E9A7CE}" type="pres">
      <dgm:prSet presAssocID="{B4C6936C-EC91-4071-A5F4-8743FCA5ABF9}" presName="childText" presStyleLbl="conFgAcc1" presStyleIdx="2" presStyleCnt="6">
        <dgm:presLayoutVars>
          <dgm:bulletEnabled val="1"/>
        </dgm:presLayoutVars>
      </dgm:prSet>
      <dgm:spPr/>
    </dgm:pt>
    <dgm:pt modelId="{AF3DDC64-0FC1-462C-A912-DFFAD2B3452E}" type="pres">
      <dgm:prSet presAssocID="{7F7206A8-B908-436D-9E68-931D40AF6D8E}" presName="spaceBetweenRectangles" presStyleCnt="0"/>
      <dgm:spPr/>
    </dgm:pt>
    <dgm:pt modelId="{90C3A3BF-D144-4A02-B57E-11C4E7053D60}" type="pres">
      <dgm:prSet presAssocID="{CDA9B3BB-C1B4-4C37-8DCC-3E31E780C9E2}" presName="parentLin" presStyleCnt="0"/>
      <dgm:spPr/>
    </dgm:pt>
    <dgm:pt modelId="{57F748A9-36F3-464C-AC64-CDA104BF9258}" type="pres">
      <dgm:prSet presAssocID="{CDA9B3BB-C1B4-4C37-8DCC-3E31E780C9E2}" presName="parentLeftMargin" presStyleLbl="node1" presStyleIdx="2" presStyleCnt="6"/>
      <dgm:spPr/>
    </dgm:pt>
    <dgm:pt modelId="{0B8FB84F-CC88-4407-907D-97A0783CCE0E}" type="pres">
      <dgm:prSet presAssocID="{CDA9B3BB-C1B4-4C37-8DCC-3E31E780C9E2}" presName="parentText" presStyleLbl="node1" presStyleIdx="3" presStyleCnt="6" custScaleX="138946">
        <dgm:presLayoutVars>
          <dgm:chMax val="0"/>
          <dgm:bulletEnabled val="1"/>
        </dgm:presLayoutVars>
      </dgm:prSet>
      <dgm:spPr/>
    </dgm:pt>
    <dgm:pt modelId="{7FA994FB-7DC8-4E04-808E-68C05A549598}" type="pres">
      <dgm:prSet presAssocID="{CDA9B3BB-C1B4-4C37-8DCC-3E31E780C9E2}" presName="negativeSpace" presStyleCnt="0"/>
      <dgm:spPr/>
    </dgm:pt>
    <dgm:pt modelId="{77C9F6DA-7B4B-4183-B511-629477166476}" type="pres">
      <dgm:prSet presAssocID="{CDA9B3BB-C1B4-4C37-8DCC-3E31E780C9E2}" presName="childText" presStyleLbl="conFgAcc1" presStyleIdx="3" presStyleCnt="6">
        <dgm:presLayoutVars>
          <dgm:bulletEnabled val="1"/>
        </dgm:presLayoutVars>
      </dgm:prSet>
      <dgm:spPr/>
    </dgm:pt>
    <dgm:pt modelId="{6E44FD23-DD1E-443A-B37A-5FC8E52A5ACB}" type="pres">
      <dgm:prSet presAssocID="{7C3D2430-A7BE-4625-A8DA-0107034545AB}" presName="spaceBetweenRectangles" presStyleCnt="0"/>
      <dgm:spPr/>
    </dgm:pt>
    <dgm:pt modelId="{9CF41578-4C61-42EF-9582-FA6F2981FA50}" type="pres">
      <dgm:prSet presAssocID="{6C733233-D4E7-4B52-93BA-1A339E46132C}" presName="parentLin" presStyleCnt="0"/>
      <dgm:spPr/>
    </dgm:pt>
    <dgm:pt modelId="{BB0AAFED-6165-4531-BAED-8083D49B78A0}" type="pres">
      <dgm:prSet presAssocID="{6C733233-D4E7-4B52-93BA-1A339E46132C}" presName="parentLeftMargin" presStyleLbl="node1" presStyleIdx="3" presStyleCnt="6"/>
      <dgm:spPr/>
    </dgm:pt>
    <dgm:pt modelId="{A9C856A1-D1F8-4A5B-966C-1E2711C00FBF}" type="pres">
      <dgm:prSet presAssocID="{6C733233-D4E7-4B52-93BA-1A339E46132C}" presName="parentText" presStyleLbl="node1" presStyleIdx="4" presStyleCnt="6" custScaleX="138946">
        <dgm:presLayoutVars>
          <dgm:chMax val="0"/>
          <dgm:bulletEnabled val="1"/>
        </dgm:presLayoutVars>
      </dgm:prSet>
      <dgm:spPr/>
    </dgm:pt>
    <dgm:pt modelId="{F9208830-E678-493F-A388-65346BA57B6F}" type="pres">
      <dgm:prSet presAssocID="{6C733233-D4E7-4B52-93BA-1A339E46132C}" presName="negativeSpace" presStyleCnt="0"/>
      <dgm:spPr/>
    </dgm:pt>
    <dgm:pt modelId="{0DAEACBF-7A8E-4E79-8260-83F808818BB1}" type="pres">
      <dgm:prSet presAssocID="{6C733233-D4E7-4B52-93BA-1A339E46132C}" presName="childText" presStyleLbl="conFgAcc1" presStyleIdx="4" presStyleCnt="6">
        <dgm:presLayoutVars>
          <dgm:bulletEnabled val="1"/>
        </dgm:presLayoutVars>
      </dgm:prSet>
      <dgm:spPr/>
    </dgm:pt>
    <dgm:pt modelId="{D88701FB-8567-463A-9185-D1AA1AC87F79}" type="pres">
      <dgm:prSet presAssocID="{30648C6B-B801-42F5-B55F-E40D8AA87F2F}" presName="spaceBetweenRectangles" presStyleCnt="0"/>
      <dgm:spPr/>
    </dgm:pt>
    <dgm:pt modelId="{F6DAB9F2-DCD6-4CEE-8FFA-69F6B8C6D942}" type="pres">
      <dgm:prSet presAssocID="{D84DE7A6-22AA-4597-A2F3-98C47C53961B}" presName="parentLin" presStyleCnt="0"/>
      <dgm:spPr/>
    </dgm:pt>
    <dgm:pt modelId="{90ED471F-FBF7-478A-A618-9A1EBE54AEB6}" type="pres">
      <dgm:prSet presAssocID="{D84DE7A6-22AA-4597-A2F3-98C47C53961B}" presName="parentLeftMargin" presStyleLbl="node1" presStyleIdx="4" presStyleCnt="6"/>
      <dgm:spPr/>
    </dgm:pt>
    <dgm:pt modelId="{9417796A-F0F1-4D15-8F35-EBBF31B422A7}" type="pres">
      <dgm:prSet presAssocID="{D84DE7A6-22AA-4597-A2F3-98C47C53961B}" presName="parentText" presStyleLbl="node1" presStyleIdx="5" presStyleCnt="6" custScaleX="142857">
        <dgm:presLayoutVars>
          <dgm:chMax val="0"/>
          <dgm:bulletEnabled val="1"/>
        </dgm:presLayoutVars>
      </dgm:prSet>
      <dgm:spPr/>
    </dgm:pt>
    <dgm:pt modelId="{27088255-8E9B-49BB-93E9-27076937BD4F}" type="pres">
      <dgm:prSet presAssocID="{D84DE7A6-22AA-4597-A2F3-98C47C53961B}" presName="negativeSpace" presStyleCnt="0"/>
      <dgm:spPr/>
    </dgm:pt>
    <dgm:pt modelId="{718CF9DC-555A-4207-BCE8-1F6240949A85}" type="pres">
      <dgm:prSet presAssocID="{D84DE7A6-22AA-4597-A2F3-98C47C53961B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5B5B150D-BA07-4EC0-A9EA-7DD682AD19B7}" type="presOf" srcId="{D84DE7A6-22AA-4597-A2F3-98C47C53961B}" destId="{9417796A-F0F1-4D15-8F35-EBBF31B422A7}" srcOrd="1" destOrd="0" presId="urn:microsoft.com/office/officeart/2005/8/layout/list1"/>
    <dgm:cxn modelId="{42231A15-34C2-4D5B-B02E-434E3578562B}" type="presOf" srcId="{CDA9B3BB-C1B4-4C37-8DCC-3E31E780C9E2}" destId="{0B8FB84F-CC88-4407-907D-97A0783CCE0E}" srcOrd="1" destOrd="0" presId="urn:microsoft.com/office/officeart/2005/8/layout/list1"/>
    <dgm:cxn modelId="{BF28D715-C1D6-4832-BAFF-1D3EA69038C5}" type="presOf" srcId="{17E3ADE7-BD4A-4664-BE75-463C93E025EA}" destId="{7349FB90-5FBB-4583-B596-8D41A8FEFC9D}" srcOrd="1" destOrd="0" presId="urn:microsoft.com/office/officeart/2005/8/layout/list1"/>
    <dgm:cxn modelId="{85F23825-7E54-4B99-81A1-A71314C986C1}" type="presOf" srcId="{CDA9B3BB-C1B4-4C37-8DCC-3E31E780C9E2}" destId="{57F748A9-36F3-464C-AC64-CDA104BF9258}" srcOrd="0" destOrd="0" presId="urn:microsoft.com/office/officeart/2005/8/layout/list1"/>
    <dgm:cxn modelId="{D3AECC63-D160-4954-B94A-1E4BFA383C18}" type="presOf" srcId="{5C9FE3B7-512B-491D-B8E0-ECEE45CE796F}" destId="{CF4B41BF-712E-40CF-BE37-834C5D417B2D}" srcOrd="0" destOrd="0" presId="urn:microsoft.com/office/officeart/2005/8/layout/list1"/>
    <dgm:cxn modelId="{CAAD7744-E47F-4351-BBC8-4B5434FA3817}" srcId="{5C9FE3B7-512B-491D-B8E0-ECEE45CE796F}" destId="{5EF92C50-0735-46AC-87AF-DC36EB15541D}" srcOrd="0" destOrd="0" parTransId="{8155F49D-2C3B-4A2C-B990-C9C4FC447FD9}" sibTransId="{B5C95D28-3F5B-4192-9CB2-780CC7F43BB8}"/>
    <dgm:cxn modelId="{EE7A6347-C58B-405C-9D66-4EF6443E121C}" type="presOf" srcId="{6C733233-D4E7-4B52-93BA-1A339E46132C}" destId="{BB0AAFED-6165-4531-BAED-8083D49B78A0}" srcOrd="0" destOrd="0" presId="urn:microsoft.com/office/officeart/2005/8/layout/list1"/>
    <dgm:cxn modelId="{D3AE2D4C-3B90-40E9-AD02-D7BFB5629B32}" type="presOf" srcId="{5EF92C50-0735-46AC-87AF-DC36EB15541D}" destId="{E306D46E-12DD-4989-93AB-C82691660DEB}" srcOrd="0" destOrd="0" presId="urn:microsoft.com/office/officeart/2005/8/layout/list1"/>
    <dgm:cxn modelId="{759D8B70-E322-4BC0-8EBD-314B0DA7542A}" srcId="{5C9FE3B7-512B-491D-B8E0-ECEE45CE796F}" destId="{B4C6936C-EC91-4071-A5F4-8743FCA5ABF9}" srcOrd="2" destOrd="0" parTransId="{9DFE37D1-25E0-4AD3-AF57-744547DF682A}" sibTransId="{7F7206A8-B908-436D-9E68-931D40AF6D8E}"/>
    <dgm:cxn modelId="{E1E6DE74-F600-48FD-84B0-55F3600C35EF}" srcId="{5C9FE3B7-512B-491D-B8E0-ECEE45CE796F}" destId="{17E3ADE7-BD4A-4664-BE75-463C93E025EA}" srcOrd="1" destOrd="0" parTransId="{E52B5922-C759-460B-A80D-6DB41C837E6C}" sibTransId="{B04361DA-A0C1-493A-B503-382C060427E5}"/>
    <dgm:cxn modelId="{E727079D-D245-4146-8D46-64C23D5C7FDC}" type="presOf" srcId="{6C733233-D4E7-4B52-93BA-1A339E46132C}" destId="{A9C856A1-D1F8-4A5B-966C-1E2711C00FBF}" srcOrd="1" destOrd="0" presId="urn:microsoft.com/office/officeart/2005/8/layout/list1"/>
    <dgm:cxn modelId="{765C9AB2-B649-4324-AA4D-B74DFACE3DB9}" type="presOf" srcId="{5EF92C50-0735-46AC-87AF-DC36EB15541D}" destId="{EF95C7E5-4FE0-4B8C-BF11-327D81D26F05}" srcOrd="1" destOrd="0" presId="urn:microsoft.com/office/officeart/2005/8/layout/list1"/>
    <dgm:cxn modelId="{44D624B6-4DD2-4D9E-B0AF-0E13884A6D87}" srcId="{5C9FE3B7-512B-491D-B8E0-ECEE45CE796F}" destId="{CDA9B3BB-C1B4-4C37-8DCC-3E31E780C9E2}" srcOrd="3" destOrd="0" parTransId="{55161371-F11F-4D30-9272-FBD06AE167B0}" sibTransId="{7C3D2430-A7BE-4625-A8DA-0107034545AB}"/>
    <dgm:cxn modelId="{F73A49BF-18BD-4E05-A0DD-F239F1C142AC}" srcId="{5C9FE3B7-512B-491D-B8E0-ECEE45CE796F}" destId="{D84DE7A6-22AA-4597-A2F3-98C47C53961B}" srcOrd="5" destOrd="0" parTransId="{6FC8E94F-2336-4655-9E1E-975E7208AD66}" sibTransId="{DE68C3A7-C3B2-46DC-9A96-598BE80B4EA3}"/>
    <dgm:cxn modelId="{30A1CFC8-FB73-48DF-97C3-8298820245A6}" type="presOf" srcId="{B4C6936C-EC91-4071-A5F4-8743FCA5ABF9}" destId="{AB166F63-2DDF-403B-9F05-A4ACAD70FFCF}" srcOrd="1" destOrd="0" presId="urn:microsoft.com/office/officeart/2005/8/layout/list1"/>
    <dgm:cxn modelId="{DB1849CC-1AA6-464F-9CB3-1903986507F7}" srcId="{5C9FE3B7-512B-491D-B8E0-ECEE45CE796F}" destId="{6C733233-D4E7-4B52-93BA-1A339E46132C}" srcOrd="4" destOrd="0" parTransId="{25C343E5-28F0-4EEF-BAD0-EAE756FD9D6F}" sibTransId="{30648C6B-B801-42F5-B55F-E40D8AA87F2F}"/>
    <dgm:cxn modelId="{B00A94D5-27B8-483A-A520-4DC031045DC5}" type="presOf" srcId="{D84DE7A6-22AA-4597-A2F3-98C47C53961B}" destId="{90ED471F-FBF7-478A-A618-9A1EBE54AEB6}" srcOrd="0" destOrd="0" presId="urn:microsoft.com/office/officeart/2005/8/layout/list1"/>
    <dgm:cxn modelId="{C933E1E4-965F-47AC-ABED-07CB9CD99D7F}" type="presOf" srcId="{17E3ADE7-BD4A-4664-BE75-463C93E025EA}" destId="{BB8A4447-94F3-4740-8AA0-877C1AFC7E95}" srcOrd="0" destOrd="0" presId="urn:microsoft.com/office/officeart/2005/8/layout/list1"/>
    <dgm:cxn modelId="{8E4C28F2-D8EF-439A-BA55-0B74A65B587D}" type="presOf" srcId="{B4C6936C-EC91-4071-A5F4-8743FCA5ABF9}" destId="{1D062AD1-3E96-4C69-82F7-B3ADE1EDEBF9}" srcOrd="0" destOrd="0" presId="urn:microsoft.com/office/officeart/2005/8/layout/list1"/>
    <dgm:cxn modelId="{7DEEE06D-508F-4B6D-8196-0C8800F7C8F0}" type="presParOf" srcId="{CF4B41BF-712E-40CF-BE37-834C5D417B2D}" destId="{9AD44F98-626B-40AE-9970-6E3855CF0ADE}" srcOrd="0" destOrd="0" presId="urn:microsoft.com/office/officeart/2005/8/layout/list1"/>
    <dgm:cxn modelId="{ABF19A2F-BD4C-4F6F-BCF4-F20B54246D66}" type="presParOf" srcId="{9AD44F98-626B-40AE-9970-6E3855CF0ADE}" destId="{E306D46E-12DD-4989-93AB-C82691660DEB}" srcOrd="0" destOrd="0" presId="urn:microsoft.com/office/officeart/2005/8/layout/list1"/>
    <dgm:cxn modelId="{DB16F082-9113-43AD-937D-565206C2EA51}" type="presParOf" srcId="{9AD44F98-626B-40AE-9970-6E3855CF0ADE}" destId="{EF95C7E5-4FE0-4B8C-BF11-327D81D26F05}" srcOrd="1" destOrd="0" presId="urn:microsoft.com/office/officeart/2005/8/layout/list1"/>
    <dgm:cxn modelId="{7BDEA386-ADBE-4246-AE57-71119CC00788}" type="presParOf" srcId="{CF4B41BF-712E-40CF-BE37-834C5D417B2D}" destId="{BECE82CC-1ABE-4B16-8043-731528709A52}" srcOrd="1" destOrd="0" presId="urn:microsoft.com/office/officeart/2005/8/layout/list1"/>
    <dgm:cxn modelId="{79BED738-47F2-408E-83AA-A01D93629633}" type="presParOf" srcId="{CF4B41BF-712E-40CF-BE37-834C5D417B2D}" destId="{94574829-C567-4027-B035-F3843A5FCA5F}" srcOrd="2" destOrd="0" presId="urn:microsoft.com/office/officeart/2005/8/layout/list1"/>
    <dgm:cxn modelId="{C397F761-0B0A-41E6-B7FE-C5068E87CB63}" type="presParOf" srcId="{CF4B41BF-712E-40CF-BE37-834C5D417B2D}" destId="{B14D4FC6-AF3F-4534-A7D2-0B8CB2A5FDDC}" srcOrd="3" destOrd="0" presId="urn:microsoft.com/office/officeart/2005/8/layout/list1"/>
    <dgm:cxn modelId="{8762257F-B719-422E-9F0F-39707ECE54B6}" type="presParOf" srcId="{CF4B41BF-712E-40CF-BE37-834C5D417B2D}" destId="{46F5FC19-2AC6-41BD-9083-BC1F1A57DE86}" srcOrd="4" destOrd="0" presId="urn:microsoft.com/office/officeart/2005/8/layout/list1"/>
    <dgm:cxn modelId="{B19A9C34-ABF7-4D14-855E-334FB4038B01}" type="presParOf" srcId="{46F5FC19-2AC6-41BD-9083-BC1F1A57DE86}" destId="{BB8A4447-94F3-4740-8AA0-877C1AFC7E95}" srcOrd="0" destOrd="0" presId="urn:microsoft.com/office/officeart/2005/8/layout/list1"/>
    <dgm:cxn modelId="{821DFADE-554A-4E7D-A7AC-9EBC9DEA6A20}" type="presParOf" srcId="{46F5FC19-2AC6-41BD-9083-BC1F1A57DE86}" destId="{7349FB90-5FBB-4583-B596-8D41A8FEFC9D}" srcOrd="1" destOrd="0" presId="urn:microsoft.com/office/officeart/2005/8/layout/list1"/>
    <dgm:cxn modelId="{E4007CBD-AB48-42C9-8D35-72E068A4631D}" type="presParOf" srcId="{CF4B41BF-712E-40CF-BE37-834C5D417B2D}" destId="{D6C14ED9-9972-499D-BEE2-9FE6062FF439}" srcOrd="5" destOrd="0" presId="urn:microsoft.com/office/officeart/2005/8/layout/list1"/>
    <dgm:cxn modelId="{35F5B9B5-3D12-4021-99F8-668138221CC2}" type="presParOf" srcId="{CF4B41BF-712E-40CF-BE37-834C5D417B2D}" destId="{44FA5C2F-782C-451A-8C4A-578DB59900EE}" srcOrd="6" destOrd="0" presId="urn:microsoft.com/office/officeart/2005/8/layout/list1"/>
    <dgm:cxn modelId="{67A67990-48FD-4879-B96D-D436469AFE80}" type="presParOf" srcId="{CF4B41BF-712E-40CF-BE37-834C5D417B2D}" destId="{2577F18E-3A1B-40EA-98DC-050F26CA9F32}" srcOrd="7" destOrd="0" presId="urn:microsoft.com/office/officeart/2005/8/layout/list1"/>
    <dgm:cxn modelId="{643D01E6-433D-48E2-9986-6327F7155BF4}" type="presParOf" srcId="{CF4B41BF-712E-40CF-BE37-834C5D417B2D}" destId="{11CA6C7F-E9E8-42E3-9DD8-92CAC1526202}" srcOrd="8" destOrd="0" presId="urn:microsoft.com/office/officeart/2005/8/layout/list1"/>
    <dgm:cxn modelId="{10287832-FA9D-492B-BC8D-4967F79FEB23}" type="presParOf" srcId="{11CA6C7F-E9E8-42E3-9DD8-92CAC1526202}" destId="{1D062AD1-3E96-4C69-82F7-B3ADE1EDEBF9}" srcOrd="0" destOrd="0" presId="urn:microsoft.com/office/officeart/2005/8/layout/list1"/>
    <dgm:cxn modelId="{4161B5F8-DC59-4A4F-BEC2-D790CBDC9D5F}" type="presParOf" srcId="{11CA6C7F-E9E8-42E3-9DD8-92CAC1526202}" destId="{AB166F63-2DDF-403B-9F05-A4ACAD70FFCF}" srcOrd="1" destOrd="0" presId="urn:microsoft.com/office/officeart/2005/8/layout/list1"/>
    <dgm:cxn modelId="{F0651205-26E7-4323-8CB7-BB6A2D75B25F}" type="presParOf" srcId="{CF4B41BF-712E-40CF-BE37-834C5D417B2D}" destId="{35D9F200-EBA7-4C30-A846-40FD0B43DE65}" srcOrd="9" destOrd="0" presId="urn:microsoft.com/office/officeart/2005/8/layout/list1"/>
    <dgm:cxn modelId="{9E9FDC3F-394F-474A-9C85-9389F1622776}" type="presParOf" srcId="{CF4B41BF-712E-40CF-BE37-834C5D417B2D}" destId="{B72E7A5D-8AEF-4A14-B773-7F8B82E9A7CE}" srcOrd="10" destOrd="0" presId="urn:microsoft.com/office/officeart/2005/8/layout/list1"/>
    <dgm:cxn modelId="{9CA9B48A-18B1-434C-A622-25B086A4770F}" type="presParOf" srcId="{CF4B41BF-712E-40CF-BE37-834C5D417B2D}" destId="{AF3DDC64-0FC1-462C-A912-DFFAD2B3452E}" srcOrd="11" destOrd="0" presId="urn:microsoft.com/office/officeart/2005/8/layout/list1"/>
    <dgm:cxn modelId="{4A3F7994-4C94-4887-8150-527EA9ADAA23}" type="presParOf" srcId="{CF4B41BF-712E-40CF-BE37-834C5D417B2D}" destId="{90C3A3BF-D144-4A02-B57E-11C4E7053D60}" srcOrd="12" destOrd="0" presId="urn:microsoft.com/office/officeart/2005/8/layout/list1"/>
    <dgm:cxn modelId="{0AF7C1D7-5FC6-45DF-B3A8-68D7644845C6}" type="presParOf" srcId="{90C3A3BF-D144-4A02-B57E-11C4E7053D60}" destId="{57F748A9-36F3-464C-AC64-CDA104BF9258}" srcOrd="0" destOrd="0" presId="urn:microsoft.com/office/officeart/2005/8/layout/list1"/>
    <dgm:cxn modelId="{9FD68F33-90ED-4905-9D81-69DFAAFEBC1E}" type="presParOf" srcId="{90C3A3BF-D144-4A02-B57E-11C4E7053D60}" destId="{0B8FB84F-CC88-4407-907D-97A0783CCE0E}" srcOrd="1" destOrd="0" presId="urn:microsoft.com/office/officeart/2005/8/layout/list1"/>
    <dgm:cxn modelId="{72C796F3-5222-4FF3-AD86-896E9870BB7B}" type="presParOf" srcId="{CF4B41BF-712E-40CF-BE37-834C5D417B2D}" destId="{7FA994FB-7DC8-4E04-808E-68C05A549598}" srcOrd="13" destOrd="0" presId="urn:microsoft.com/office/officeart/2005/8/layout/list1"/>
    <dgm:cxn modelId="{FD05A0E7-6E96-46B3-A0D8-CBCF50D835AF}" type="presParOf" srcId="{CF4B41BF-712E-40CF-BE37-834C5D417B2D}" destId="{77C9F6DA-7B4B-4183-B511-629477166476}" srcOrd="14" destOrd="0" presId="urn:microsoft.com/office/officeart/2005/8/layout/list1"/>
    <dgm:cxn modelId="{5D7C648F-283B-4CE1-B835-5B6614F4EDAA}" type="presParOf" srcId="{CF4B41BF-712E-40CF-BE37-834C5D417B2D}" destId="{6E44FD23-DD1E-443A-B37A-5FC8E52A5ACB}" srcOrd="15" destOrd="0" presId="urn:microsoft.com/office/officeart/2005/8/layout/list1"/>
    <dgm:cxn modelId="{EB3C2C55-F100-4478-8FAB-A9ACD9173B26}" type="presParOf" srcId="{CF4B41BF-712E-40CF-BE37-834C5D417B2D}" destId="{9CF41578-4C61-42EF-9582-FA6F2981FA50}" srcOrd="16" destOrd="0" presId="urn:microsoft.com/office/officeart/2005/8/layout/list1"/>
    <dgm:cxn modelId="{5D0C6EA2-1C30-40C0-97BC-D752D5079C9F}" type="presParOf" srcId="{9CF41578-4C61-42EF-9582-FA6F2981FA50}" destId="{BB0AAFED-6165-4531-BAED-8083D49B78A0}" srcOrd="0" destOrd="0" presId="urn:microsoft.com/office/officeart/2005/8/layout/list1"/>
    <dgm:cxn modelId="{2C2597A1-FC23-4BDC-B5F6-D894E1C165D6}" type="presParOf" srcId="{9CF41578-4C61-42EF-9582-FA6F2981FA50}" destId="{A9C856A1-D1F8-4A5B-966C-1E2711C00FBF}" srcOrd="1" destOrd="0" presId="urn:microsoft.com/office/officeart/2005/8/layout/list1"/>
    <dgm:cxn modelId="{6FDDDFBB-39EF-4A68-B80F-E334C06434D7}" type="presParOf" srcId="{CF4B41BF-712E-40CF-BE37-834C5D417B2D}" destId="{F9208830-E678-493F-A388-65346BA57B6F}" srcOrd="17" destOrd="0" presId="urn:microsoft.com/office/officeart/2005/8/layout/list1"/>
    <dgm:cxn modelId="{83C48CFC-77CF-4259-89B0-D4557CB68BC3}" type="presParOf" srcId="{CF4B41BF-712E-40CF-BE37-834C5D417B2D}" destId="{0DAEACBF-7A8E-4E79-8260-83F808818BB1}" srcOrd="18" destOrd="0" presId="urn:microsoft.com/office/officeart/2005/8/layout/list1"/>
    <dgm:cxn modelId="{0E34B72D-3CA8-4E7D-B391-87704830B19A}" type="presParOf" srcId="{CF4B41BF-712E-40CF-BE37-834C5D417B2D}" destId="{D88701FB-8567-463A-9185-D1AA1AC87F79}" srcOrd="19" destOrd="0" presId="urn:microsoft.com/office/officeart/2005/8/layout/list1"/>
    <dgm:cxn modelId="{BB9B6174-1DFD-4EC4-8971-A6B8D1957E6C}" type="presParOf" srcId="{CF4B41BF-712E-40CF-BE37-834C5D417B2D}" destId="{F6DAB9F2-DCD6-4CEE-8FFA-69F6B8C6D942}" srcOrd="20" destOrd="0" presId="urn:microsoft.com/office/officeart/2005/8/layout/list1"/>
    <dgm:cxn modelId="{2F78BA10-8042-492F-BE37-0A9B2DF732CF}" type="presParOf" srcId="{F6DAB9F2-DCD6-4CEE-8FFA-69F6B8C6D942}" destId="{90ED471F-FBF7-478A-A618-9A1EBE54AEB6}" srcOrd="0" destOrd="0" presId="urn:microsoft.com/office/officeart/2005/8/layout/list1"/>
    <dgm:cxn modelId="{D24E40B4-53A6-460F-AFB7-6436D0FC5B88}" type="presParOf" srcId="{F6DAB9F2-DCD6-4CEE-8FFA-69F6B8C6D942}" destId="{9417796A-F0F1-4D15-8F35-EBBF31B422A7}" srcOrd="1" destOrd="0" presId="urn:microsoft.com/office/officeart/2005/8/layout/list1"/>
    <dgm:cxn modelId="{7F691EB6-AAE8-4F47-99DF-4F6C75B2F95E}" type="presParOf" srcId="{CF4B41BF-712E-40CF-BE37-834C5D417B2D}" destId="{27088255-8E9B-49BB-93E9-27076937BD4F}" srcOrd="21" destOrd="0" presId="urn:microsoft.com/office/officeart/2005/8/layout/list1"/>
    <dgm:cxn modelId="{5ACFA7C4-E615-4244-957F-CFF9C1899F55}" type="presParOf" srcId="{CF4B41BF-712E-40CF-BE37-834C5D417B2D}" destId="{718CF9DC-555A-4207-BCE8-1F6240949A8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B308B8-6F2D-44F1-B7F7-8658FABD9D3E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862E8C-E622-49D6-A57C-F82FE0B2F519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"/>
          </a:pPr>
          <a:r>
            <a:rPr lang="en-US" sz="1800" b="1" dirty="0">
              <a:solidFill>
                <a:srgbClr val="002060"/>
              </a:solidFill>
            </a:rPr>
            <a:t>Unit Testing </a:t>
          </a:r>
        </a:p>
      </dgm:t>
    </dgm:pt>
    <dgm:pt modelId="{FF6194AF-0696-45D0-BECA-2A4A689E1C17}" type="parTrans" cxnId="{0EE952FF-A16E-4DDE-AD24-256D347F8B3C}">
      <dgm:prSet/>
      <dgm:spPr/>
      <dgm:t>
        <a:bodyPr/>
        <a:lstStyle/>
        <a:p>
          <a:endParaRPr lang="en-US" sz="1800"/>
        </a:p>
      </dgm:t>
    </dgm:pt>
    <dgm:pt modelId="{C8D4750A-13DD-42D2-8880-E7210938EBE8}" type="sibTrans" cxnId="{0EE952FF-A16E-4DDE-AD24-256D347F8B3C}">
      <dgm:prSet/>
      <dgm:spPr/>
      <dgm:t>
        <a:bodyPr/>
        <a:lstStyle/>
        <a:p>
          <a:endParaRPr lang="en-US" sz="1800"/>
        </a:p>
      </dgm:t>
    </dgm:pt>
    <dgm:pt modelId="{9977335B-49C6-426E-8BF3-B409800A31AD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rgbClr val="002060"/>
              </a:solidFill>
            </a:rPr>
            <a:t>Integration Testing</a:t>
          </a:r>
        </a:p>
      </dgm:t>
    </dgm:pt>
    <dgm:pt modelId="{09E0D32C-C78C-40AF-91C5-82F524489EC5}" type="parTrans" cxnId="{09E1A2E7-D069-44F2-BA55-A02F91C61C4B}">
      <dgm:prSet/>
      <dgm:spPr/>
      <dgm:t>
        <a:bodyPr/>
        <a:lstStyle/>
        <a:p>
          <a:endParaRPr lang="en-US" sz="1800"/>
        </a:p>
      </dgm:t>
    </dgm:pt>
    <dgm:pt modelId="{CD18BDDF-04CA-449E-9EE3-C63825F8AF37}" type="sibTrans" cxnId="{09E1A2E7-D069-44F2-BA55-A02F91C61C4B}">
      <dgm:prSet/>
      <dgm:spPr>
        <a:solidFill>
          <a:srgbClr val="00B0F0"/>
        </a:solidFill>
      </dgm:spPr>
      <dgm:t>
        <a:bodyPr/>
        <a:lstStyle/>
        <a:p>
          <a:endParaRPr lang="en-US" sz="1800"/>
        </a:p>
      </dgm:t>
    </dgm:pt>
    <dgm:pt modelId="{FB4A1DDA-A8A8-4BDD-BD29-C7CBD34B670B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rgbClr val="002060"/>
              </a:solidFill>
            </a:rPr>
            <a:t>Regression Testing</a:t>
          </a:r>
        </a:p>
      </dgm:t>
    </dgm:pt>
    <dgm:pt modelId="{6701B56C-6EF9-48A3-A116-D09F60F30A40}" type="parTrans" cxnId="{2E1EB310-84EB-4059-96EE-21D252EF2C90}">
      <dgm:prSet/>
      <dgm:spPr/>
      <dgm:t>
        <a:bodyPr/>
        <a:lstStyle/>
        <a:p>
          <a:endParaRPr lang="en-US" sz="1800"/>
        </a:p>
      </dgm:t>
    </dgm:pt>
    <dgm:pt modelId="{9D58291D-D02F-4EED-AC60-0E9AF08D00AC}" type="sibTrans" cxnId="{2E1EB310-84EB-4059-96EE-21D252EF2C90}">
      <dgm:prSet/>
      <dgm:spPr>
        <a:solidFill>
          <a:srgbClr val="00B0F0"/>
        </a:solidFill>
      </dgm:spPr>
      <dgm:t>
        <a:bodyPr/>
        <a:lstStyle/>
        <a:p>
          <a:endParaRPr lang="en-US" sz="1800"/>
        </a:p>
      </dgm:t>
    </dgm:pt>
    <dgm:pt modelId="{CD9D291C-3400-4393-BA19-ED8ECC4509A9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rgbClr val="002060"/>
              </a:solidFill>
            </a:rPr>
            <a:t>System Testing</a:t>
          </a:r>
        </a:p>
      </dgm:t>
    </dgm:pt>
    <dgm:pt modelId="{14B4F3F3-993E-4276-BA65-A980B30C99BF}" type="parTrans" cxnId="{521B35EE-BCB4-4FD7-B263-8C756ED356C5}">
      <dgm:prSet/>
      <dgm:spPr/>
      <dgm:t>
        <a:bodyPr/>
        <a:lstStyle/>
        <a:p>
          <a:endParaRPr lang="en-US" sz="1800"/>
        </a:p>
      </dgm:t>
    </dgm:pt>
    <dgm:pt modelId="{ADC81F92-9C2D-43FE-997C-76EA83EE40D9}" type="sibTrans" cxnId="{521B35EE-BCB4-4FD7-B263-8C756ED356C5}">
      <dgm:prSet/>
      <dgm:spPr>
        <a:solidFill>
          <a:srgbClr val="00B0F0"/>
        </a:solidFill>
      </dgm:spPr>
      <dgm:t>
        <a:bodyPr/>
        <a:lstStyle/>
        <a:p>
          <a:endParaRPr lang="en-US" sz="1800"/>
        </a:p>
      </dgm:t>
    </dgm:pt>
    <dgm:pt modelId="{BF403867-6A3A-4CB8-BD8F-DF1C50D447D7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solidFill>
                <a:srgbClr val="002060"/>
              </a:solidFill>
            </a:rPr>
            <a:t>Performance Testing</a:t>
          </a:r>
        </a:p>
      </dgm:t>
    </dgm:pt>
    <dgm:pt modelId="{1620869E-9E93-419F-9D14-F7507A1794E4}" type="parTrans" cxnId="{FDDDFF41-4AFA-4A01-BFCC-1CBCD8D995AC}">
      <dgm:prSet/>
      <dgm:spPr/>
      <dgm:t>
        <a:bodyPr/>
        <a:lstStyle/>
        <a:p>
          <a:endParaRPr lang="en-US" sz="1800"/>
        </a:p>
      </dgm:t>
    </dgm:pt>
    <dgm:pt modelId="{F8AE1A44-BB31-479E-BF38-B0B0BEA0FF93}" type="sibTrans" cxnId="{FDDDFF41-4AFA-4A01-BFCC-1CBCD8D995AC}">
      <dgm:prSet/>
      <dgm:spPr/>
      <dgm:t>
        <a:bodyPr/>
        <a:lstStyle/>
        <a:p>
          <a:endParaRPr lang="en-US" sz="1800"/>
        </a:p>
      </dgm:t>
    </dgm:pt>
    <dgm:pt modelId="{029E3614-1992-495E-9FE9-75FCDEF8D106}" type="pres">
      <dgm:prSet presAssocID="{5EB308B8-6F2D-44F1-B7F7-8658FABD9D3E}" presName="Name0" presStyleCnt="0">
        <dgm:presLayoutVars>
          <dgm:chMax val="7"/>
          <dgm:chPref val="5"/>
        </dgm:presLayoutVars>
      </dgm:prSet>
      <dgm:spPr/>
    </dgm:pt>
    <dgm:pt modelId="{5AA347C2-7194-479F-8C2B-5422D1E39B0C}" type="pres">
      <dgm:prSet presAssocID="{5EB308B8-6F2D-44F1-B7F7-8658FABD9D3E}" presName="arrowNode" presStyleLbl="node1" presStyleIdx="0" presStyleCnt="1"/>
      <dgm:spPr>
        <a:gradFill rotWithShape="0">
          <a:gsLst>
            <a:gs pos="0">
              <a:schemeClr val="bg1"/>
            </a:gs>
            <a:gs pos="74000">
              <a:srgbClr val="FFCCFF"/>
            </a:gs>
            <a:gs pos="83000">
              <a:srgbClr val="FFCCFF"/>
            </a:gs>
            <a:gs pos="100000">
              <a:srgbClr val="FFCCFF"/>
            </a:gs>
          </a:gsLst>
          <a:lin ang="5400000" scaled="1"/>
        </a:gradFill>
        <a:ln>
          <a:solidFill>
            <a:srgbClr val="FFCCFF"/>
          </a:solidFill>
        </a:ln>
      </dgm:spPr>
    </dgm:pt>
    <dgm:pt modelId="{69ECB23A-1B40-4F71-A487-589F4376015F}" type="pres">
      <dgm:prSet presAssocID="{3E862E8C-E622-49D6-A57C-F82FE0B2F519}" presName="txNode1" presStyleLbl="revTx" presStyleIdx="0" presStyleCnt="5">
        <dgm:presLayoutVars>
          <dgm:bulletEnabled val="1"/>
        </dgm:presLayoutVars>
      </dgm:prSet>
      <dgm:spPr/>
    </dgm:pt>
    <dgm:pt modelId="{35552C13-A670-4FAC-8DCB-DB6131313C5E}" type="pres">
      <dgm:prSet presAssocID="{9977335B-49C6-426E-8BF3-B409800A31AD}" presName="txNode2" presStyleLbl="revTx" presStyleIdx="1" presStyleCnt="5">
        <dgm:presLayoutVars>
          <dgm:bulletEnabled val="1"/>
        </dgm:presLayoutVars>
      </dgm:prSet>
      <dgm:spPr/>
    </dgm:pt>
    <dgm:pt modelId="{C61F30C9-07F0-46FC-B743-EDFEDCAC0CEB}" type="pres">
      <dgm:prSet presAssocID="{CD18BDDF-04CA-449E-9EE3-C63825F8AF37}" presName="dotNode2" presStyleCnt="0"/>
      <dgm:spPr/>
    </dgm:pt>
    <dgm:pt modelId="{0E4DF355-2FA4-4D8F-A071-452CB908C57E}" type="pres">
      <dgm:prSet presAssocID="{CD18BDDF-04CA-449E-9EE3-C63825F8AF37}" presName="dotRepeatNode" presStyleLbl="fgShp" presStyleIdx="0" presStyleCnt="3"/>
      <dgm:spPr/>
    </dgm:pt>
    <dgm:pt modelId="{A8DB96EB-5600-4F36-B47F-9CA848704C7F}" type="pres">
      <dgm:prSet presAssocID="{FB4A1DDA-A8A8-4BDD-BD29-C7CBD34B670B}" presName="txNode3" presStyleLbl="revTx" presStyleIdx="2" presStyleCnt="5">
        <dgm:presLayoutVars>
          <dgm:bulletEnabled val="1"/>
        </dgm:presLayoutVars>
      </dgm:prSet>
      <dgm:spPr/>
    </dgm:pt>
    <dgm:pt modelId="{3D60CD0C-886F-4A11-84B4-2DD715B30721}" type="pres">
      <dgm:prSet presAssocID="{9D58291D-D02F-4EED-AC60-0E9AF08D00AC}" presName="dotNode3" presStyleCnt="0"/>
      <dgm:spPr/>
    </dgm:pt>
    <dgm:pt modelId="{333B4A92-F780-4203-84A8-2D20A0EDA09E}" type="pres">
      <dgm:prSet presAssocID="{9D58291D-D02F-4EED-AC60-0E9AF08D00AC}" presName="dotRepeatNode" presStyleLbl="fgShp" presStyleIdx="1" presStyleCnt="3"/>
      <dgm:spPr/>
    </dgm:pt>
    <dgm:pt modelId="{55052392-42A5-4081-BB34-A2CC49CD252F}" type="pres">
      <dgm:prSet presAssocID="{CD9D291C-3400-4393-BA19-ED8ECC4509A9}" presName="txNode4" presStyleLbl="revTx" presStyleIdx="3" presStyleCnt="5">
        <dgm:presLayoutVars>
          <dgm:bulletEnabled val="1"/>
        </dgm:presLayoutVars>
      </dgm:prSet>
      <dgm:spPr/>
    </dgm:pt>
    <dgm:pt modelId="{10C8E760-82E6-46DF-9AC1-6D887E71C086}" type="pres">
      <dgm:prSet presAssocID="{ADC81F92-9C2D-43FE-997C-76EA83EE40D9}" presName="dotNode4" presStyleCnt="0"/>
      <dgm:spPr/>
    </dgm:pt>
    <dgm:pt modelId="{511399EF-D6EC-4C92-AD25-BB76AA7B0985}" type="pres">
      <dgm:prSet presAssocID="{ADC81F92-9C2D-43FE-997C-76EA83EE40D9}" presName="dotRepeatNode" presStyleLbl="fgShp" presStyleIdx="2" presStyleCnt="3"/>
      <dgm:spPr/>
    </dgm:pt>
    <dgm:pt modelId="{C976B5F9-6D29-4B61-A535-E5D73FC6720B}" type="pres">
      <dgm:prSet presAssocID="{BF403867-6A3A-4CB8-BD8F-DF1C50D447D7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FC4CBF09-826E-43ED-80FE-2000D22B1D56}" type="presOf" srcId="{5EB308B8-6F2D-44F1-B7F7-8658FABD9D3E}" destId="{029E3614-1992-495E-9FE9-75FCDEF8D106}" srcOrd="0" destOrd="0" presId="urn:microsoft.com/office/officeart/2009/3/layout/DescendingProcess"/>
    <dgm:cxn modelId="{2E1EB310-84EB-4059-96EE-21D252EF2C90}" srcId="{5EB308B8-6F2D-44F1-B7F7-8658FABD9D3E}" destId="{FB4A1DDA-A8A8-4BDD-BD29-C7CBD34B670B}" srcOrd="2" destOrd="0" parTransId="{6701B56C-6EF9-48A3-A116-D09F60F30A40}" sibTransId="{9D58291D-D02F-4EED-AC60-0E9AF08D00AC}"/>
    <dgm:cxn modelId="{FDDDFF41-4AFA-4A01-BFCC-1CBCD8D995AC}" srcId="{5EB308B8-6F2D-44F1-B7F7-8658FABD9D3E}" destId="{BF403867-6A3A-4CB8-BD8F-DF1C50D447D7}" srcOrd="4" destOrd="0" parTransId="{1620869E-9E93-419F-9D14-F7507A1794E4}" sibTransId="{F8AE1A44-BB31-479E-BF38-B0B0BEA0FF93}"/>
    <dgm:cxn modelId="{953BF568-A800-476F-BE53-D78A79151ECF}" type="presOf" srcId="{BF403867-6A3A-4CB8-BD8F-DF1C50D447D7}" destId="{C976B5F9-6D29-4B61-A535-E5D73FC6720B}" srcOrd="0" destOrd="0" presId="urn:microsoft.com/office/officeart/2009/3/layout/DescendingProcess"/>
    <dgm:cxn modelId="{97BC626C-44A6-4CBA-8B25-4A6B7A75DCC0}" type="presOf" srcId="{ADC81F92-9C2D-43FE-997C-76EA83EE40D9}" destId="{511399EF-D6EC-4C92-AD25-BB76AA7B0985}" srcOrd="0" destOrd="0" presId="urn:microsoft.com/office/officeart/2009/3/layout/DescendingProcess"/>
    <dgm:cxn modelId="{FA091F55-8FDB-4E43-94E9-20EF05D4F4EB}" type="presOf" srcId="{9D58291D-D02F-4EED-AC60-0E9AF08D00AC}" destId="{333B4A92-F780-4203-84A8-2D20A0EDA09E}" srcOrd="0" destOrd="0" presId="urn:microsoft.com/office/officeart/2009/3/layout/DescendingProcess"/>
    <dgm:cxn modelId="{EC9B95AB-6A6C-4A54-9878-92ACB63CFAA9}" type="presOf" srcId="{CD18BDDF-04CA-449E-9EE3-C63825F8AF37}" destId="{0E4DF355-2FA4-4D8F-A071-452CB908C57E}" srcOrd="0" destOrd="0" presId="urn:microsoft.com/office/officeart/2009/3/layout/DescendingProcess"/>
    <dgm:cxn modelId="{117ECBC2-8E9D-49C2-A379-399A9B376B4D}" type="presOf" srcId="{9977335B-49C6-426E-8BF3-B409800A31AD}" destId="{35552C13-A670-4FAC-8DCB-DB6131313C5E}" srcOrd="0" destOrd="0" presId="urn:microsoft.com/office/officeart/2009/3/layout/DescendingProcess"/>
    <dgm:cxn modelId="{8DE9E8CC-899E-419F-842B-47265DF00AA2}" type="presOf" srcId="{3E862E8C-E622-49D6-A57C-F82FE0B2F519}" destId="{69ECB23A-1B40-4F71-A487-589F4376015F}" srcOrd="0" destOrd="0" presId="urn:microsoft.com/office/officeart/2009/3/layout/DescendingProcess"/>
    <dgm:cxn modelId="{09E1A2E7-D069-44F2-BA55-A02F91C61C4B}" srcId="{5EB308B8-6F2D-44F1-B7F7-8658FABD9D3E}" destId="{9977335B-49C6-426E-8BF3-B409800A31AD}" srcOrd="1" destOrd="0" parTransId="{09E0D32C-C78C-40AF-91C5-82F524489EC5}" sibTransId="{CD18BDDF-04CA-449E-9EE3-C63825F8AF37}"/>
    <dgm:cxn modelId="{E77B56E9-9A32-44BD-847D-A72CF461A612}" type="presOf" srcId="{FB4A1DDA-A8A8-4BDD-BD29-C7CBD34B670B}" destId="{A8DB96EB-5600-4F36-B47F-9CA848704C7F}" srcOrd="0" destOrd="0" presId="urn:microsoft.com/office/officeart/2009/3/layout/DescendingProcess"/>
    <dgm:cxn modelId="{62B726EE-09AE-4AB0-8A23-C48FE65F3B32}" type="presOf" srcId="{CD9D291C-3400-4393-BA19-ED8ECC4509A9}" destId="{55052392-42A5-4081-BB34-A2CC49CD252F}" srcOrd="0" destOrd="0" presId="urn:microsoft.com/office/officeart/2009/3/layout/DescendingProcess"/>
    <dgm:cxn modelId="{521B35EE-BCB4-4FD7-B263-8C756ED356C5}" srcId="{5EB308B8-6F2D-44F1-B7F7-8658FABD9D3E}" destId="{CD9D291C-3400-4393-BA19-ED8ECC4509A9}" srcOrd="3" destOrd="0" parTransId="{14B4F3F3-993E-4276-BA65-A980B30C99BF}" sibTransId="{ADC81F92-9C2D-43FE-997C-76EA83EE40D9}"/>
    <dgm:cxn modelId="{0EE952FF-A16E-4DDE-AD24-256D347F8B3C}" srcId="{5EB308B8-6F2D-44F1-B7F7-8658FABD9D3E}" destId="{3E862E8C-E622-49D6-A57C-F82FE0B2F519}" srcOrd="0" destOrd="0" parTransId="{FF6194AF-0696-45D0-BECA-2A4A689E1C17}" sibTransId="{C8D4750A-13DD-42D2-8880-E7210938EBE8}"/>
    <dgm:cxn modelId="{A5A8A49C-09FF-4BB0-AF80-E174CEFC1BD4}" type="presParOf" srcId="{029E3614-1992-495E-9FE9-75FCDEF8D106}" destId="{5AA347C2-7194-479F-8C2B-5422D1E39B0C}" srcOrd="0" destOrd="0" presId="urn:microsoft.com/office/officeart/2009/3/layout/DescendingProcess"/>
    <dgm:cxn modelId="{96236A96-864C-4871-881F-F45C9045FFB3}" type="presParOf" srcId="{029E3614-1992-495E-9FE9-75FCDEF8D106}" destId="{69ECB23A-1B40-4F71-A487-589F4376015F}" srcOrd="1" destOrd="0" presId="urn:microsoft.com/office/officeart/2009/3/layout/DescendingProcess"/>
    <dgm:cxn modelId="{2B37F413-7B33-4590-98EB-79F270D81F75}" type="presParOf" srcId="{029E3614-1992-495E-9FE9-75FCDEF8D106}" destId="{35552C13-A670-4FAC-8DCB-DB6131313C5E}" srcOrd="2" destOrd="0" presId="urn:microsoft.com/office/officeart/2009/3/layout/DescendingProcess"/>
    <dgm:cxn modelId="{43CC1670-B045-4EB4-B308-8DE35C2A0656}" type="presParOf" srcId="{029E3614-1992-495E-9FE9-75FCDEF8D106}" destId="{C61F30C9-07F0-46FC-B743-EDFEDCAC0CEB}" srcOrd="3" destOrd="0" presId="urn:microsoft.com/office/officeart/2009/3/layout/DescendingProcess"/>
    <dgm:cxn modelId="{AC8B95D2-DC3E-418A-88BA-73AAA28878F3}" type="presParOf" srcId="{C61F30C9-07F0-46FC-B743-EDFEDCAC0CEB}" destId="{0E4DF355-2FA4-4D8F-A071-452CB908C57E}" srcOrd="0" destOrd="0" presId="urn:microsoft.com/office/officeart/2009/3/layout/DescendingProcess"/>
    <dgm:cxn modelId="{53805589-5091-4D64-846F-BAF90E3E8400}" type="presParOf" srcId="{029E3614-1992-495E-9FE9-75FCDEF8D106}" destId="{A8DB96EB-5600-4F36-B47F-9CA848704C7F}" srcOrd="4" destOrd="0" presId="urn:microsoft.com/office/officeart/2009/3/layout/DescendingProcess"/>
    <dgm:cxn modelId="{256ADEC5-8F2E-4819-9164-9A3D8D21E799}" type="presParOf" srcId="{029E3614-1992-495E-9FE9-75FCDEF8D106}" destId="{3D60CD0C-886F-4A11-84B4-2DD715B30721}" srcOrd="5" destOrd="0" presId="urn:microsoft.com/office/officeart/2009/3/layout/DescendingProcess"/>
    <dgm:cxn modelId="{02D429AE-C4E8-46E3-8429-95DE6992174D}" type="presParOf" srcId="{3D60CD0C-886F-4A11-84B4-2DD715B30721}" destId="{333B4A92-F780-4203-84A8-2D20A0EDA09E}" srcOrd="0" destOrd="0" presId="urn:microsoft.com/office/officeart/2009/3/layout/DescendingProcess"/>
    <dgm:cxn modelId="{3F9C6AF0-F931-47B1-B590-270306A925F9}" type="presParOf" srcId="{029E3614-1992-495E-9FE9-75FCDEF8D106}" destId="{55052392-42A5-4081-BB34-A2CC49CD252F}" srcOrd="6" destOrd="0" presId="urn:microsoft.com/office/officeart/2009/3/layout/DescendingProcess"/>
    <dgm:cxn modelId="{3AC6365F-5C52-4B7D-8492-FA8FFA5BE119}" type="presParOf" srcId="{029E3614-1992-495E-9FE9-75FCDEF8D106}" destId="{10C8E760-82E6-46DF-9AC1-6D887E71C086}" srcOrd="7" destOrd="0" presId="urn:microsoft.com/office/officeart/2009/3/layout/DescendingProcess"/>
    <dgm:cxn modelId="{97D61B20-DF7A-4EEA-A6FA-63A0F3FA98CF}" type="presParOf" srcId="{10C8E760-82E6-46DF-9AC1-6D887E71C086}" destId="{511399EF-D6EC-4C92-AD25-BB76AA7B0985}" srcOrd="0" destOrd="0" presId="urn:microsoft.com/office/officeart/2009/3/layout/DescendingProcess"/>
    <dgm:cxn modelId="{570F96D0-BCFC-445D-9CF0-68E3B817DD8B}" type="presParOf" srcId="{029E3614-1992-495E-9FE9-75FCDEF8D106}" destId="{C976B5F9-6D29-4B61-A535-E5D73FC6720B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81F50-3507-46FD-B8EC-ADC589737DAE}">
      <dsp:nvSpPr>
        <dsp:cNvPr id="0" name=""/>
        <dsp:cNvSpPr/>
      </dsp:nvSpPr>
      <dsp:spPr>
        <a:xfrm rot="10800000">
          <a:off x="1150903" y="3403"/>
          <a:ext cx="3972762" cy="600981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01. System Features</a:t>
          </a:r>
        </a:p>
      </dsp:txBody>
      <dsp:txXfrm rot="10800000">
        <a:off x="1301148" y="3403"/>
        <a:ext cx="3822517" cy="600981"/>
      </dsp:txXfrm>
    </dsp:sp>
    <dsp:sp modelId="{20011AEF-2C0D-4038-9942-6EF96C7B2399}">
      <dsp:nvSpPr>
        <dsp:cNvPr id="0" name=""/>
        <dsp:cNvSpPr/>
      </dsp:nvSpPr>
      <dsp:spPr>
        <a:xfrm>
          <a:off x="556905" y="3403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1F0EC-E13E-41EF-BB9D-BAED0D8A9F90}">
      <dsp:nvSpPr>
        <dsp:cNvPr id="0" name=""/>
        <dsp:cNvSpPr/>
      </dsp:nvSpPr>
      <dsp:spPr>
        <a:xfrm rot="10800000">
          <a:off x="1150903" y="783782"/>
          <a:ext cx="3972762" cy="600981"/>
        </a:xfrm>
        <a:prstGeom prst="homePlate">
          <a:avLst/>
        </a:prstGeom>
        <a:solidFill>
          <a:schemeClr val="accent2">
            <a:hueOff val="-220562"/>
            <a:satOff val="24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02. Technologies Used </a:t>
          </a:r>
          <a:endParaRPr lang="en-US" sz="2000" kern="1200" dirty="0"/>
        </a:p>
      </dsp:txBody>
      <dsp:txXfrm rot="10800000">
        <a:off x="1301148" y="783782"/>
        <a:ext cx="3822517" cy="600981"/>
      </dsp:txXfrm>
    </dsp:sp>
    <dsp:sp modelId="{D27C0F07-1143-4BA7-811A-7E4DD9D1FB2E}">
      <dsp:nvSpPr>
        <dsp:cNvPr id="0" name=""/>
        <dsp:cNvSpPr/>
      </dsp:nvSpPr>
      <dsp:spPr>
        <a:xfrm>
          <a:off x="556905" y="783782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3F0EA-F05B-40D0-8D3A-2AC6CE9E4347}">
      <dsp:nvSpPr>
        <dsp:cNvPr id="0" name=""/>
        <dsp:cNvSpPr/>
      </dsp:nvSpPr>
      <dsp:spPr>
        <a:xfrm rot="10800000">
          <a:off x="1150903" y="1564161"/>
          <a:ext cx="3972762" cy="600981"/>
        </a:xfrm>
        <a:prstGeom prst="homePlate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03. System Design</a:t>
          </a:r>
          <a:endParaRPr lang="en-US" sz="2000" kern="1200" dirty="0"/>
        </a:p>
      </dsp:txBody>
      <dsp:txXfrm rot="10800000">
        <a:off x="1301148" y="1564161"/>
        <a:ext cx="3822517" cy="600981"/>
      </dsp:txXfrm>
    </dsp:sp>
    <dsp:sp modelId="{51687592-7672-4116-B2D0-2DD5B5D53A3B}">
      <dsp:nvSpPr>
        <dsp:cNvPr id="0" name=""/>
        <dsp:cNvSpPr/>
      </dsp:nvSpPr>
      <dsp:spPr>
        <a:xfrm>
          <a:off x="556905" y="1564161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4A473-49C4-427D-99F0-41E708466D4B}">
      <dsp:nvSpPr>
        <dsp:cNvPr id="0" name=""/>
        <dsp:cNvSpPr/>
      </dsp:nvSpPr>
      <dsp:spPr>
        <a:xfrm rot="10800000">
          <a:off x="1150903" y="2344539"/>
          <a:ext cx="3972762" cy="600981"/>
        </a:xfrm>
        <a:prstGeom prst="homePlate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04. Live Demo</a:t>
          </a:r>
          <a:endParaRPr lang="en-US" sz="2000" kern="1200" dirty="0"/>
        </a:p>
      </dsp:txBody>
      <dsp:txXfrm rot="10800000">
        <a:off x="1301148" y="2344539"/>
        <a:ext cx="3822517" cy="600981"/>
      </dsp:txXfrm>
    </dsp:sp>
    <dsp:sp modelId="{6BD60D8D-C71D-4EA7-9523-95F80B5D1B3B}">
      <dsp:nvSpPr>
        <dsp:cNvPr id="0" name=""/>
        <dsp:cNvSpPr/>
      </dsp:nvSpPr>
      <dsp:spPr>
        <a:xfrm>
          <a:off x="556905" y="2344539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48B5E-E206-44E2-87EE-31B29EBC3E0D}">
      <dsp:nvSpPr>
        <dsp:cNvPr id="0" name=""/>
        <dsp:cNvSpPr/>
      </dsp:nvSpPr>
      <dsp:spPr>
        <a:xfrm rot="10800000">
          <a:off x="1150903" y="3124918"/>
          <a:ext cx="3972762" cy="600981"/>
        </a:xfrm>
        <a:prstGeom prst="homePlate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05. Testing Strategy </a:t>
          </a:r>
          <a:endParaRPr lang="en-US" sz="2000" kern="1200" dirty="0"/>
        </a:p>
      </dsp:txBody>
      <dsp:txXfrm rot="10800000">
        <a:off x="1301148" y="3124918"/>
        <a:ext cx="3822517" cy="600981"/>
      </dsp:txXfrm>
    </dsp:sp>
    <dsp:sp modelId="{675195C5-9B71-4FAC-A104-55CD3642C31C}">
      <dsp:nvSpPr>
        <dsp:cNvPr id="0" name=""/>
        <dsp:cNvSpPr/>
      </dsp:nvSpPr>
      <dsp:spPr>
        <a:xfrm>
          <a:off x="556905" y="3124918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8091C-BB34-420F-AF83-65F69FC7840E}">
      <dsp:nvSpPr>
        <dsp:cNvPr id="0" name=""/>
        <dsp:cNvSpPr/>
      </dsp:nvSpPr>
      <dsp:spPr>
        <a:xfrm rot="10800000">
          <a:off x="1150903" y="3905297"/>
          <a:ext cx="3972762" cy="600981"/>
        </a:xfrm>
        <a:prstGeom prst="homePlate">
          <a:avLst/>
        </a:prstGeom>
        <a:solidFill>
          <a:schemeClr val="accent2">
            <a:hueOff val="-1102811"/>
            <a:satOff val="1243"/>
            <a:lumOff val="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06. Data Structures &amp; Algorithms</a:t>
          </a:r>
          <a:endParaRPr lang="en-US" sz="2000" kern="1200" dirty="0"/>
        </a:p>
      </dsp:txBody>
      <dsp:txXfrm rot="10800000">
        <a:off x="1301148" y="3905297"/>
        <a:ext cx="3822517" cy="600981"/>
      </dsp:txXfrm>
    </dsp:sp>
    <dsp:sp modelId="{4C2ACD73-4FF5-4FDB-913B-98D3A691B683}">
      <dsp:nvSpPr>
        <dsp:cNvPr id="0" name=""/>
        <dsp:cNvSpPr/>
      </dsp:nvSpPr>
      <dsp:spPr>
        <a:xfrm>
          <a:off x="556905" y="3905297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077F6-5C9B-41D4-9F15-F5242009E059}">
      <dsp:nvSpPr>
        <dsp:cNvPr id="0" name=""/>
        <dsp:cNvSpPr/>
      </dsp:nvSpPr>
      <dsp:spPr>
        <a:xfrm rot="10800000">
          <a:off x="1150903" y="4685675"/>
          <a:ext cx="3972762" cy="600981"/>
        </a:xfrm>
        <a:prstGeom prst="homePlate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5016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07. Final System Results</a:t>
          </a:r>
          <a:endParaRPr lang="en-US" sz="2000" kern="1200" dirty="0"/>
        </a:p>
      </dsp:txBody>
      <dsp:txXfrm rot="10800000">
        <a:off x="1301148" y="4685675"/>
        <a:ext cx="3822517" cy="600981"/>
      </dsp:txXfrm>
    </dsp:sp>
    <dsp:sp modelId="{1C38C7AF-2241-4708-A7F5-2E4E5B3933D7}">
      <dsp:nvSpPr>
        <dsp:cNvPr id="0" name=""/>
        <dsp:cNvSpPr/>
      </dsp:nvSpPr>
      <dsp:spPr>
        <a:xfrm>
          <a:off x="556905" y="4685675"/>
          <a:ext cx="600981" cy="60098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74829-C567-4027-B035-F3843A5FCA5F}">
      <dsp:nvSpPr>
        <dsp:cNvPr id="0" name=""/>
        <dsp:cNvSpPr/>
      </dsp:nvSpPr>
      <dsp:spPr>
        <a:xfrm>
          <a:off x="0" y="325243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5C7E5-4FE0-4B8C-BF11-327D81D26F05}">
      <dsp:nvSpPr>
        <dsp:cNvPr id="0" name=""/>
        <dsp:cNvSpPr/>
      </dsp:nvSpPr>
      <dsp:spPr>
        <a:xfrm>
          <a:off x="248703" y="89083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Self-Students Registration</a:t>
          </a:r>
        </a:p>
      </dsp:txBody>
      <dsp:txXfrm>
        <a:off x="271760" y="112140"/>
        <a:ext cx="4791774" cy="426206"/>
      </dsp:txXfrm>
    </dsp:sp>
    <dsp:sp modelId="{FD1EB4C9-700C-45A0-8F53-269F990276D7}">
      <dsp:nvSpPr>
        <dsp:cNvPr id="0" name=""/>
        <dsp:cNvSpPr/>
      </dsp:nvSpPr>
      <dsp:spPr>
        <a:xfrm>
          <a:off x="0" y="1051003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086F5-5367-408D-958E-A3DF227B5399}">
      <dsp:nvSpPr>
        <dsp:cNvPr id="0" name=""/>
        <dsp:cNvSpPr/>
      </dsp:nvSpPr>
      <dsp:spPr>
        <a:xfrm>
          <a:off x="248703" y="814843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Priority Handling </a:t>
          </a:r>
        </a:p>
      </dsp:txBody>
      <dsp:txXfrm>
        <a:off x="271760" y="837900"/>
        <a:ext cx="4791774" cy="426206"/>
      </dsp:txXfrm>
    </dsp:sp>
    <dsp:sp modelId="{44FA5C2F-782C-451A-8C4A-578DB59900EE}">
      <dsp:nvSpPr>
        <dsp:cNvPr id="0" name=""/>
        <dsp:cNvSpPr/>
      </dsp:nvSpPr>
      <dsp:spPr>
        <a:xfrm>
          <a:off x="0" y="1776763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9FB90-5FBB-4583-B596-8D41A8FEFC9D}">
      <dsp:nvSpPr>
        <dsp:cNvPr id="0" name=""/>
        <dsp:cNvSpPr/>
      </dsp:nvSpPr>
      <dsp:spPr>
        <a:xfrm>
          <a:off x="248703" y="1540603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Registered Students </a:t>
          </a:r>
        </a:p>
      </dsp:txBody>
      <dsp:txXfrm>
        <a:off x="271760" y="1563660"/>
        <a:ext cx="4791774" cy="426206"/>
      </dsp:txXfrm>
    </dsp:sp>
    <dsp:sp modelId="{B72E7A5D-8AEF-4A14-B773-7F8B82E9A7CE}">
      <dsp:nvSpPr>
        <dsp:cNvPr id="0" name=""/>
        <dsp:cNvSpPr/>
      </dsp:nvSpPr>
      <dsp:spPr>
        <a:xfrm>
          <a:off x="0" y="2502523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66F63-2DDF-403B-9F05-A4ACAD70FFCF}">
      <dsp:nvSpPr>
        <dsp:cNvPr id="0" name=""/>
        <dsp:cNvSpPr/>
      </dsp:nvSpPr>
      <dsp:spPr>
        <a:xfrm>
          <a:off x="248703" y="2266363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Sort Registered Students Alphabetically </a:t>
          </a:r>
        </a:p>
      </dsp:txBody>
      <dsp:txXfrm>
        <a:off x="271760" y="2289420"/>
        <a:ext cx="4791774" cy="426206"/>
      </dsp:txXfrm>
    </dsp:sp>
    <dsp:sp modelId="{77C9F6DA-7B4B-4183-B511-629477166476}">
      <dsp:nvSpPr>
        <dsp:cNvPr id="0" name=""/>
        <dsp:cNvSpPr/>
      </dsp:nvSpPr>
      <dsp:spPr>
        <a:xfrm>
          <a:off x="0" y="3228283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FB84F-CC88-4407-907D-97A0783CCE0E}">
      <dsp:nvSpPr>
        <dsp:cNvPr id="0" name=""/>
        <dsp:cNvSpPr/>
      </dsp:nvSpPr>
      <dsp:spPr>
        <a:xfrm>
          <a:off x="248703" y="2992123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Student Enrollment</a:t>
          </a:r>
        </a:p>
      </dsp:txBody>
      <dsp:txXfrm>
        <a:off x="271760" y="3015180"/>
        <a:ext cx="4791774" cy="426206"/>
      </dsp:txXfrm>
    </dsp:sp>
    <dsp:sp modelId="{0DAEACBF-7A8E-4E79-8260-83F808818BB1}">
      <dsp:nvSpPr>
        <dsp:cNvPr id="0" name=""/>
        <dsp:cNvSpPr/>
      </dsp:nvSpPr>
      <dsp:spPr>
        <a:xfrm>
          <a:off x="0" y="3954044"/>
          <a:ext cx="5088358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856A1-D1F8-4A5B-966C-1E2711C00FBF}">
      <dsp:nvSpPr>
        <dsp:cNvPr id="0" name=""/>
        <dsp:cNvSpPr/>
      </dsp:nvSpPr>
      <dsp:spPr>
        <a:xfrm>
          <a:off x="248703" y="3717884"/>
          <a:ext cx="4837888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629" tIns="0" rIns="13462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Enrolled Students </a:t>
          </a:r>
        </a:p>
      </dsp:txBody>
      <dsp:txXfrm>
        <a:off x="271760" y="3740941"/>
        <a:ext cx="4791774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74829-C567-4027-B035-F3843A5FCA5F}">
      <dsp:nvSpPr>
        <dsp:cNvPr id="0" name=""/>
        <dsp:cNvSpPr/>
      </dsp:nvSpPr>
      <dsp:spPr>
        <a:xfrm>
          <a:off x="0" y="255404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5C7E5-4FE0-4B8C-BF11-327D81D26F05}">
      <dsp:nvSpPr>
        <dsp:cNvPr id="0" name=""/>
        <dsp:cNvSpPr/>
      </dsp:nvSpPr>
      <dsp:spPr>
        <a:xfrm>
          <a:off x="142950" y="78284"/>
          <a:ext cx="2780733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Efficiency</a:t>
          </a:r>
        </a:p>
      </dsp:txBody>
      <dsp:txXfrm>
        <a:off x="160243" y="95577"/>
        <a:ext cx="2746147" cy="319654"/>
      </dsp:txXfrm>
    </dsp:sp>
    <dsp:sp modelId="{FD1EB4C9-700C-45A0-8F53-269F990276D7}">
      <dsp:nvSpPr>
        <dsp:cNvPr id="0" name=""/>
        <dsp:cNvSpPr/>
      </dsp:nvSpPr>
      <dsp:spPr>
        <a:xfrm>
          <a:off x="0" y="799724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5714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086F5-5367-408D-958E-A3DF227B5399}">
      <dsp:nvSpPr>
        <dsp:cNvPr id="0" name=""/>
        <dsp:cNvSpPr/>
      </dsp:nvSpPr>
      <dsp:spPr>
        <a:xfrm>
          <a:off x="142950" y="622604"/>
          <a:ext cx="2780733" cy="354240"/>
        </a:xfrm>
        <a:prstGeom prst="roundRect">
          <a:avLst/>
        </a:prstGeom>
        <a:solidFill>
          <a:srgbClr val="7030A0">
            <a:alpha val="84286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Scalability</a:t>
          </a:r>
        </a:p>
      </dsp:txBody>
      <dsp:txXfrm>
        <a:off x="160243" y="639897"/>
        <a:ext cx="2746147" cy="319654"/>
      </dsp:txXfrm>
    </dsp:sp>
    <dsp:sp modelId="{44FA5C2F-782C-451A-8C4A-578DB59900EE}">
      <dsp:nvSpPr>
        <dsp:cNvPr id="0" name=""/>
        <dsp:cNvSpPr/>
      </dsp:nvSpPr>
      <dsp:spPr>
        <a:xfrm>
          <a:off x="0" y="1344044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1429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9FB90-5FBB-4583-B596-8D41A8FEFC9D}">
      <dsp:nvSpPr>
        <dsp:cNvPr id="0" name=""/>
        <dsp:cNvSpPr/>
      </dsp:nvSpPr>
      <dsp:spPr>
        <a:xfrm>
          <a:off x="142950" y="1166923"/>
          <a:ext cx="2780733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Reliability</a:t>
          </a:r>
        </a:p>
      </dsp:txBody>
      <dsp:txXfrm>
        <a:off x="160243" y="1184216"/>
        <a:ext cx="2746147" cy="319654"/>
      </dsp:txXfrm>
    </dsp:sp>
    <dsp:sp modelId="{B72E7A5D-8AEF-4A14-B773-7F8B82E9A7CE}">
      <dsp:nvSpPr>
        <dsp:cNvPr id="0" name=""/>
        <dsp:cNvSpPr/>
      </dsp:nvSpPr>
      <dsp:spPr>
        <a:xfrm>
          <a:off x="0" y="1888363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714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66F63-2DDF-403B-9F05-A4ACAD70FFCF}">
      <dsp:nvSpPr>
        <dsp:cNvPr id="0" name=""/>
        <dsp:cNvSpPr/>
      </dsp:nvSpPr>
      <dsp:spPr>
        <a:xfrm>
          <a:off x="142950" y="1711243"/>
          <a:ext cx="2780733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Usability</a:t>
          </a:r>
        </a:p>
      </dsp:txBody>
      <dsp:txXfrm>
        <a:off x="160243" y="1728536"/>
        <a:ext cx="2746147" cy="319654"/>
      </dsp:txXfrm>
    </dsp:sp>
    <dsp:sp modelId="{77C9F6DA-7B4B-4183-B511-629477166476}">
      <dsp:nvSpPr>
        <dsp:cNvPr id="0" name=""/>
        <dsp:cNvSpPr/>
      </dsp:nvSpPr>
      <dsp:spPr>
        <a:xfrm>
          <a:off x="0" y="2432683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285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FB84F-CC88-4407-907D-97A0783CCE0E}">
      <dsp:nvSpPr>
        <dsp:cNvPr id="0" name=""/>
        <dsp:cNvSpPr/>
      </dsp:nvSpPr>
      <dsp:spPr>
        <a:xfrm>
          <a:off x="142950" y="2255563"/>
          <a:ext cx="2780733" cy="354240"/>
        </a:xfrm>
        <a:prstGeom prst="roundRect">
          <a:avLst/>
        </a:prstGeom>
        <a:solidFill>
          <a:srgbClr val="7030A0">
            <a:alpha val="671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Maintainability</a:t>
          </a:r>
        </a:p>
      </dsp:txBody>
      <dsp:txXfrm>
        <a:off x="160243" y="2272856"/>
        <a:ext cx="2746147" cy="319654"/>
      </dsp:txXfrm>
    </dsp:sp>
    <dsp:sp modelId="{0DAEACBF-7A8E-4E79-8260-83F808818BB1}">
      <dsp:nvSpPr>
        <dsp:cNvPr id="0" name=""/>
        <dsp:cNvSpPr/>
      </dsp:nvSpPr>
      <dsp:spPr>
        <a:xfrm>
          <a:off x="0" y="2977003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8571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856A1-D1F8-4A5B-966C-1E2711C00FBF}">
      <dsp:nvSpPr>
        <dsp:cNvPr id="0" name=""/>
        <dsp:cNvSpPr/>
      </dsp:nvSpPr>
      <dsp:spPr>
        <a:xfrm>
          <a:off x="142950" y="2799883"/>
          <a:ext cx="2780733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</a:t>
          </a:r>
        </a:p>
      </dsp:txBody>
      <dsp:txXfrm>
        <a:off x="160243" y="2817176"/>
        <a:ext cx="2746147" cy="319654"/>
      </dsp:txXfrm>
    </dsp:sp>
    <dsp:sp modelId="{44994E77-1671-45D6-95AC-84CE9D28991C}">
      <dsp:nvSpPr>
        <dsp:cNvPr id="0" name=""/>
        <dsp:cNvSpPr/>
      </dsp:nvSpPr>
      <dsp:spPr>
        <a:xfrm>
          <a:off x="0" y="3521323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4286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90B6F-558D-4D2C-935C-6ABB24D7AA5B}">
      <dsp:nvSpPr>
        <dsp:cNvPr id="0" name=""/>
        <dsp:cNvSpPr/>
      </dsp:nvSpPr>
      <dsp:spPr>
        <a:xfrm>
          <a:off x="139237" y="3344203"/>
          <a:ext cx="2784744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Persistence</a:t>
          </a:r>
        </a:p>
      </dsp:txBody>
      <dsp:txXfrm>
        <a:off x="156530" y="3361496"/>
        <a:ext cx="2750158" cy="319654"/>
      </dsp:txXfrm>
    </dsp:sp>
    <dsp:sp modelId="{0D1A63CA-978D-42F9-8165-7F133273198E}">
      <dsp:nvSpPr>
        <dsp:cNvPr id="0" name=""/>
        <dsp:cNvSpPr/>
      </dsp:nvSpPr>
      <dsp:spPr>
        <a:xfrm>
          <a:off x="0" y="4065644"/>
          <a:ext cx="292469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7E277-8781-4D03-A8CE-52EC8DCC6B07}">
      <dsp:nvSpPr>
        <dsp:cNvPr id="0" name=""/>
        <dsp:cNvSpPr/>
      </dsp:nvSpPr>
      <dsp:spPr>
        <a:xfrm>
          <a:off x="139237" y="3888524"/>
          <a:ext cx="2784744" cy="3542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383" tIns="0" rIns="77383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Performance</a:t>
          </a:r>
        </a:p>
      </dsp:txBody>
      <dsp:txXfrm>
        <a:off x="156530" y="3905817"/>
        <a:ext cx="2750158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43346-7BFA-41D6-AEB9-38C67D77AEBB}">
      <dsp:nvSpPr>
        <dsp:cNvPr id="0" name=""/>
        <dsp:cNvSpPr/>
      </dsp:nvSpPr>
      <dsp:spPr>
        <a:xfrm>
          <a:off x="301596" y="0"/>
          <a:ext cx="3418089" cy="2418387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3016AA-5732-4C7F-98A3-78AA80F3D3A6}">
      <dsp:nvSpPr>
        <dsp:cNvPr id="0" name=""/>
        <dsp:cNvSpPr/>
      </dsp:nvSpPr>
      <dsp:spPr>
        <a:xfrm>
          <a:off x="703724" y="725516"/>
          <a:ext cx="1206384" cy="9673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System Login</a:t>
          </a:r>
          <a:endParaRPr lang="en-US" sz="1800" kern="1200" dirty="0"/>
        </a:p>
      </dsp:txBody>
      <dsp:txXfrm>
        <a:off x="750946" y="772738"/>
        <a:ext cx="1111940" cy="872910"/>
      </dsp:txXfrm>
    </dsp:sp>
    <dsp:sp modelId="{09CC6ABB-35E3-44DB-BB5F-E82674C309E9}">
      <dsp:nvSpPr>
        <dsp:cNvPr id="0" name=""/>
        <dsp:cNvSpPr/>
      </dsp:nvSpPr>
      <dsp:spPr>
        <a:xfrm>
          <a:off x="2111173" y="725516"/>
          <a:ext cx="1206384" cy="9673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User Portals</a:t>
          </a:r>
          <a:endParaRPr lang="en-US" sz="1800" kern="1200" dirty="0"/>
        </a:p>
      </dsp:txBody>
      <dsp:txXfrm>
        <a:off x="2158395" y="772738"/>
        <a:ext cx="1111940" cy="8729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204B6-ACA1-48AB-9594-B29C22B1D5FD}">
      <dsp:nvSpPr>
        <dsp:cNvPr id="0" name=""/>
        <dsp:cNvSpPr/>
      </dsp:nvSpPr>
      <dsp:spPr>
        <a:xfrm>
          <a:off x="887673" y="353540"/>
          <a:ext cx="1320824" cy="880989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Student</a:t>
          </a:r>
        </a:p>
      </dsp:txBody>
      <dsp:txXfrm>
        <a:off x="1099005" y="353540"/>
        <a:ext cx="1109492" cy="880989"/>
      </dsp:txXfrm>
    </dsp:sp>
    <dsp:sp modelId="{0ADCB9D6-7D68-4235-AB05-A507AF4DA7B1}">
      <dsp:nvSpPr>
        <dsp:cNvPr id="0" name=""/>
        <dsp:cNvSpPr/>
      </dsp:nvSpPr>
      <dsp:spPr>
        <a:xfrm>
          <a:off x="887673" y="1234529"/>
          <a:ext cx="1320824" cy="880989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2060"/>
              </a:solidFill>
            </a:rPr>
            <a:t>Admin</a:t>
          </a:r>
        </a:p>
      </dsp:txBody>
      <dsp:txXfrm>
        <a:off x="1099005" y="1234529"/>
        <a:ext cx="1109492" cy="880989"/>
      </dsp:txXfrm>
    </dsp:sp>
    <dsp:sp modelId="{D8CF595D-99F2-4840-90C5-D0E0CEEDF5DB}">
      <dsp:nvSpPr>
        <dsp:cNvPr id="0" name=""/>
        <dsp:cNvSpPr/>
      </dsp:nvSpPr>
      <dsp:spPr>
        <a:xfrm>
          <a:off x="183233" y="1320"/>
          <a:ext cx="880549" cy="880549"/>
        </a:xfrm>
        <a:prstGeom prst="ellipse">
          <a:avLst/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Actors</a:t>
          </a:r>
        </a:p>
      </dsp:txBody>
      <dsp:txXfrm>
        <a:off x="312186" y="130273"/>
        <a:ext cx="622643" cy="6226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74829-C567-4027-B035-F3843A5FCA5F}">
      <dsp:nvSpPr>
        <dsp:cNvPr id="0" name=""/>
        <dsp:cNvSpPr/>
      </dsp:nvSpPr>
      <dsp:spPr>
        <a:xfrm>
          <a:off x="0" y="325243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5C7E5-4FE0-4B8C-BF11-327D81D26F05}">
      <dsp:nvSpPr>
        <dsp:cNvPr id="0" name=""/>
        <dsp:cNvSpPr/>
      </dsp:nvSpPr>
      <dsp:spPr>
        <a:xfrm>
          <a:off x="199693" y="89083"/>
          <a:ext cx="388452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User logs into the system</a:t>
          </a:r>
        </a:p>
      </dsp:txBody>
      <dsp:txXfrm>
        <a:off x="222750" y="112140"/>
        <a:ext cx="3838406" cy="426206"/>
      </dsp:txXfrm>
    </dsp:sp>
    <dsp:sp modelId="{44FA5C2F-782C-451A-8C4A-578DB59900EE}">
      <dsp:nvSpPr>
        <dsp:cNvPr id="0" name=""/>
        <dsp:cNvSpPr/>
      </dsp:nvSpPr>
      <dsp:spPr>
        <a:xfrm>
          <a:off x="0" y="1051003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9FB90-5FBB-4583-B596-8D41A8FEFC9D}">
      <dsp:nvSpPr>
        <dsp:cNvPr id="0" name=""/>
        <dsp:cNvSpPr/>
      </dsp:nvSpPr>
      <dsp:spPr>
        <a:xfrm>
          <a:off x="199693" y="814843"/>
          <a:ext cx="388452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Doubly Linked List</a:t>
          </a:r>
        </a:p>
      </dsp:txBody>
      <dsp:txXfrm>
        <a:off x="222750" y="837900"/>
        <a:ext cx="3838406" cy="426206"/>
      </dsp:txXfrm>
    </dsp:sp>
    <dsp:sp modelId="{B72E7A5D-8AEF-4A14-B773-7F8B82E9A7CE}">
      <dsp:nvSpPr>
        <dsp:cNvPr id="0" name=""/>
        <dsp:cNvSpPr/>
      </dsp:nvSpPr>
      <dsp:spPr>
        <a:xfrm>
          <a:off x="0" y="1776763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66F63-2DDF-403B-9F05-A4ACAD70FFCF}">
      <dsp:nvSpPr>
        <dsp:cNvPr id="0" name=""/>
        <dsp:cNvSpPr/>
      </dsp:nvSpPr>
      <dsp:spPr>
        <a:xfrm>
          <a:off x="199693" y="1540603"/>
          <a:ext cx="388452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Priority Queue</a:t>
          </a:r>
        </a:p>
      </dsp:txBody>
      <dsp:txXfrm>
        <a:off x="222750" y="1563660"/>
        <a:ext cx="3838406" cy="426206"/>
      </dsp:txXfrm>
    </dsp:sp>
    <dsp:sp modelId="{77C9F6DA-7B4B-4183-B511-629477166476}">
      <dsp:nvSpPr>
        <dsp:cNvPr id="0" name=""/>
        <dsp:cNvSpPr/>
      </dsp:nvSpPr>
      <dsp:spPr>
        <a:xfrm>
          <a:off x="0" y="2502523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FB84F-CC88-4407-907D-97A0783CCE0E}">
      <dsp:nvSpPr>
        <dsp:cNvPr id="0" name=""/>
        <dsp:cNvSpPr/>
      </dsp:nvSpPr>
      <dsp:spPr>
        <a:xfrm>
          <a:off x="199693" y="2266363"/>
          <a:ext cx="388452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Hash Table</a:t>
          </a:r>
        </a:p>
      </dsp:txBody>
      <dsp:txXfrm>
        <a:off x="222750" y="2289420"/>
        <a:ext cx="3838406" cy="426206"/>
      </dsp:txXfrm>
    </dsp:sp>
    <dsp:sp modelId="{0DAEACBF-7A8E-4E79-8260-83F808818BB1}">
      <dsp:nvSpPr>
        <dsp:cNvPr id="0" name=""/>
        <dsp:cNvSpPr/>
      </dsp:nvSpPr>
      <dsp:spPr>
        <a:xfrm>
          <a:off x="0" y="3228283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856A1-D1F8-4A5B-966C-1E2711C00FBF}">
      <dsp:nvSpPr>
        <dsp:cNvPr id="0" name=""/>
        <dsp:cNvSpPr/>
      </dsp:nvSpPr>
      <dsp:spPr>
        <a:xfrm>
          <a:off x="199693" y="2992123"/>
          <a:ext cx="388452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Quick Sort</a:t>
          </a:r>
        </a:p>
      </dsp:txBody>
      <dsp:txXfrm>
        <a:off x="222750" y="3015180"/>
        <a:ext cx="3838406" cy="426206"/>
      </dsp:txXfrm>
    </dsp:sp>
    <dsp:sp modelId="{718CF9DC-555A-4207-BCE8-1F6240949A85}">
      <dsp:nvSpPr>
        <dsp:cNvPr id="0" name=""/>
        <dsp:cNvSpPr/>
      </dsp:nvSpPr>
      <dsp:spPr>
        <a:xfrm>
          <a:off x="0" y="3954044"/>
          <a:ext cx="408563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7796A-F0F1-4D15-8F35-EBBF31B422A7}">
      <dsp:nvSpPr>
        <dsp:cNvPr id="0" name=""/>
        <dsp:cNvSpPr/>
      </dsp:nvSpPr>
      <dsp:spPr>
        <a:xfrm>
          <a:off x="194506" y="3717884"/>
          <a:ext cx="3890124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99" tIns="0" rIns="108099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Binary Search</a:t>
          </a:r>
        </a:p>
      </dsp:txBody>
      <dsp:txXfrm>
        <a:off x="217563" y="3740941"/>
        <a:ext cx="3844010" cy="4262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347C2-7194-479F-8C2B-5422D1E39B0C}">
      <dsp:nvSpPr>
        <dsp:cNvPr id="0" name=""/>
        <dsp:cNvSpPr/>
      </dsp:nvSpPr>
      <dsp:spPr>
        <a:xfrm rot="4396374">
          <a:off x="381869" y="991528"/>
          <a:ext cx="4301408" cy="2999696"/>
        </a:xfrm>
        <a:prstGeom prst="swooshArrow">
          <a:avLst>
            <a:gd name="adj1" fmla="val 16310"/>
            <a:gd name="adj2" fmla="val 31370"/>
          </a:avLst>
        </a:prstGeom>
        <a:gradFill rotWithShape="0">
          <a:gsLst>
            <a:gs pos="0">
              <a:schemeClr val="bg1"/>
            </a:gs>
            <a:gs pos="74000">
              <a:srgbClr val="FFCCFF"/>
            </a:gs>
            <a:gs pos="83000">
              <a:srgbClr val="FFCCFF"/>
            </a:gs>
            <a:gs pos="100000">
              <a:srgbClr val="FFCCFF"/>
            </a:gs>
          </a:gsLst>
          <a:lin ang="5400000" scaled="1"/>
        </a:gradFill>
        <a:ln w="12700" cap="flat" cmpd="sng" algn="ctr">
          <a:solidFill>
            <a:srgbClr val="FFCC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DF355-2FA4-4D8F-A071-452CB908C57E}">
      <dsp:nvSpPr>
        <dsp:cNvPr id="0" name=""/>
        <dsp:cNvSpPr/>
      </dsp:nvSpPr>
      <dsp:spPr>
        <a:xfrm>
          <a:off x="1993190" y="1383212"/>
          <a:ext cx="108624" cy="108624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B4A92-F780-4203-84A8-2D20A0EDA09E}">
      <dsp:nvSpPr>
        <dsp:cNvPr id="0" name=""/>
        <dsp:cNvSpPr/>
      </dsp:nvSpPr>
      <dsp:spPr>
        <a:xfrm>
          <a:off x="2736965" y="1983136"/>
          <a:ext cx="108624" cy="108624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399EF-D6EC-4C92-AD25-BB76AA7B0985}">
      <dsp:nvSpPr>
        <dsp:cNvPr id="0" name=""/>
        <dsp:cNvSpPr/>
      </dsp:nvSpPr>
      <dsp:spPr>
        <a:xfrm>
          <a:off x="3294386" y="2684707"/>
          <a:ext cx="108624" cy="108624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CB23A-1B40-4F71-A487-589F4376015F}">
      <dsp:nvSpPr>
        <dsp:cNvPr id="0" name=""/>
        <dsp:cNvSpPr/>
      </dsp:nvSpPr>
      <dsp:spPr>
        <a:xfrm>
          <a:off x="93515" y="0"/>
          <a:ext cx="2027980" cy="79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b="1" kern="1200" dirty="0">
              <a:solidFill>
                <a:srgbClr val="002060"/>
              </a:solidFill>
            </a:rPr>
            <a:t>Unit Testing </a:t>
          </a:r>
        </a:p>
      </dsp:txBody>
      <dsp:txXfrm>
        <a:off x="93515" y="0"/>
        <a:ext cx="2027980" cy="797240"/>
      </dsp:txXfrm>
    </dsp:sp>
    <dsp:sp modelId="{35552C13-A670-4FAC-8DCB-DB6131313C5E}">
      <dsp:nvSpPr>
        <dsp:cNvPr id="0" name=""/>
        <dsp:cNvSpPr/>
      </dsp:nvSpPr>
      <dsp:spPr>
        <a:xfrm>
          <a:off x="2614788" y="1038904"/>
          <a:ext cx="2959755" cy="79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060"/>
              </a:solidFill>
            </a:rPr>
            <a:t>Integration Testing</a:t>
          </a:r>
        </a:p>
      </dsp:txBody>
      <dsp:txXfrm>
        <a:off x="2614788" y="1038904"/>
        <a:ext cx="2959755" cy="797240"/>
      </dsp:txXfrm>
    </dsp:sp>
    <dsp:sp modelId="{A8DB96EB-5600-4F36-B47F-9CA848704C7F}">
      <dsp:nvSpPr>
        <dsp:cNvPr id="0" name=""/>
        <dsp:cNvSpPr/>
      </dsp:nvSpPr>
      <dsp:spPr>
        <a:xfrm>
          <a:off x="93515" y="1638827"/>
          <a:ext cx="2356842" cy="79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060"/>
              </a:solidFill>
            </a:rPr>
            <a:t>Regression Testing</a:t>
          </a:r>
        </a:p>
      </dsp:txBody>
      <dsp:txXfrm>
        <a:off x="93515" y="1638827"/>
        <a:ext cx="2356842" cy="797240"/>
      </dsp:txXfrm>
    </dsp:sp>
    <dsp:sp modelId="{55052392-42A5-4081-BB34-A2CC49CD252F}">
      <dsp:nvSpPr>
        <dsp:cNvPr id="0" name=""/>
        <dsp:cNvSpPr/>
      </dsp:nvSpPr>
      <dsp:spPr>
        <a:xfrm>
          <a:off x="3765804" y="2340399"/>
          <a:ext cx="1808739" cy="79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060"/>
              </a:solidFill>
            </a:rPr>
            <a:t>System Testing</a:t>
          </a:r>
        </a:p>
      </dsp:txBody>
      <dsp:txXfrm>
        <a:off x="3765804" y="2340399"/>
        <a:ext cx="1808739" cy="797240"/>
      </dsp:txXfrm>
    </dsp:sp>
    <dsp:sp modelId="{C976B5F9-6D29-4B61-A535-E5D73FC6720B}">
      <dsp:nvSpPr>
        <dsp:cNvPr id="0" name=""/>
        <dsp:cNvSpPr/>
      </dsp:nvSpPr>
      <dsp:spPr>
        <a:xfrm>
          <a:off x="2834030" y="4185513"/>
          <a:ext cx="2740514" cy="79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060"/>
              </a:solidFill>
            </a:rPr>
            <a:t>Performance Testing</a:t>
          </a:r>
        </a:p>
      </dsp:txBody>
      <dsp:txXfrm>
        <a:off x="2834030" y="4185513"/>
        <a:ext cx="2740514" cy="797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D06A-65D9-7932-5FA2-AC947414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B901F-80C0-D9C8-9406-4ED4FC6E0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1E0E3-3EDE-3DDF-9423-D61DFA8B8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D15CF-DC9A-E667-74BC-DA78321AF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94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40A6-E2E1-491B-EBDE-C0386A53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68F38-A2DE-D08D-6CA9-DEB828B26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9C49B-C967-1D6A-7F7A-C7D942890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FFD2E-9CF4-6435-B340-14415A3E0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73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BE32F-14B9-7DF6-860D-DD58AE4D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B137-90B4-1992-03CF-42274B200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2FE85-973B-59A7-37A9-E75A8A017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2B0D0-4372-9B8D-3A09-CAE631ECE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340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2E5B-FEE1-2735-3B2B-E8F0EDF1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C2B63-1B23-44BF-2596-472D380A6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83BC3-4AD2-E723-D0DA-0E86648FA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B3996-899F-4B27-C062-C3A18E8BB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10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9575-56E5-1191-1BBE-5955D092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C093-7CA3-1CA2-AF79-8C75804C5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10938-C34A-1368-BC4C-782DF7541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8886-F094-E937-F5EF-C3C0577FA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54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F3848-3169-0B10-B0BD-2AB91707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E1622-BAA0-2EBC-B66A-6CCAD76D5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5C396-34B0-D80E-B772-3D46CDF93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90655-BBD7-9A43-D833-792EF752E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63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5ACE-2FE3-39F9-88BC-5F3AAA48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BEE3F-1A96-94D9-B756-22CF5B5E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9AEEB-F26D-88C2-A9E5-131FA4974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73642-9CD3-B92C-C0BD-852A8B0FB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871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16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2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6C8C1-E81C-436D-A310-A71CAAE33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103120"/>
            <a:ext cx="3848101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421" y="1600200"/>
            <a:ext cx="2743199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F7B6DF9-E76A-44ED-B84C-1391CD5D5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CB9306-A7FD-4B22-8E8A-E0B8D7862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624728" y="3747150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772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2583" y="2102720"/>
            <a:ext cx="5422217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143000"/>
            <a:ext cx="5486400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C2C3F7-8611-4C35-8251-0FD61D72D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11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69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42BA18D-167B-42CD-8DD5-844A2087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19A9BF1-35FD-4BDE-9C59-E08CB7A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2A2A47-BED9-43DF-8914-AD1EB274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46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BA353-19B1-4A04-A7EE-345F93C189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2491" y="946404"/>
            <a:ext cx="5486400" cy="496519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4857A-B6DC-4F0A-AD6B-243F6C085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109" y="2386584"/>
            <a:ext cx="4315968" cy="2084832"/>
          </a:xfrm>
        </p:spPr>
        <p:txBody>
          <a:bodyPr anchor="t">
            <a:normAutofit/>
          </a:bodyPr>
          <a:lstStyle>
            <a:lvl1pPr>
              <a:defRPr sz="3400" spc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717D35-8E1B-4C94-BA72-91D4DCA65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71416"/>
            <a:ext cx="3584448" cy="63767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spc="1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15B60AE-D6AB-472C-8342-2A3EB5349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3208" y="1600200"/>
            <a:ext cx="2286000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B5B262-532A-4EE4-98E7-0EB6A8C56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27251" y="114592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63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11277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52808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3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376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17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117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91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175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7498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498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41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5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4077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97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97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1719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18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9720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9719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349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4349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896D737-6139-4405-A7F2-E08C421815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9730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21A36A5-FCF3-4EE8-B5F2-41805C3F6A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9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630D673-CB21-40A3-A7BE-C996B20D681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97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0C83EF20-1DF8-43B4-B982-A382FF884E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46082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D09C98-5809-41AD-B215-493A3D74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002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9E3214F0-FC83-402F-BAC5-ED48275327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02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39B0FB7F-A1FC-40D1-ACFC-C3C966F9BC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1767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15EB3CBA-DD9B-449B-9B72-1917801771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1766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BA47B66D-8891-4AE7-98BE-3CFE9CDB5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9768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29AE99A-6054-4B2F-B99D-FE4F682613D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99767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D1F32591-7BBD-4006-AEA0-29F43CDADC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54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7BC780CD-8E77-4D0E-A436-DCB2AA0C15C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54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5868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spc="3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98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F765-81DF-4CD4-A737-DDE62C8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67C45-8307-4F47-91BB-229B740A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F83D-D593-4D91-ADFA-C49B837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818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776643-6C33-46CD-A918-AB0CEA571F00}"/>
              </a:ext>
            </a:extLst>
          </p:cNvPr>
          <p:cNvSpPr/>
          <p:nvPr userDrawn="1"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E62D2-A055-4712-92CC-4B02419D51FB}"/>
              </a:ext>
            </a:extLst>
          </p:cNvPr>
          <p:cNvSpPr/>
          <p:nvPr userDrawn="1"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9640" y="1844259"/>
            <a:ext cx="3657600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9640" y="2668171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0133" y="1808163"/>
            <a:ext cx="4703841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134" y="2632075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8795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C89FBE-3029-4F92-8308-F830BB14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A4C88-FF32-4096-9EA9-EC22D3682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559B-132E-4A6E-ADBE-41DB38EC8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90825"/>
            <a:ext cx="2971800" cy="3248025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101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188" y="2790825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F7BCB16-19B7-48F6-94CD-563F439887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34" y="1976438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FBB2F8D-6092-468C-BA48-836286C6B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800350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9338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5633F8-C03D-4CEE-BEDD-1B6648554C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628" y="685800"/>
            <a:ext cx="3200400" cy="5486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C27-A467-4265-AAB1-754D3F86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50230"/>
            <a:ext cx="5009147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CC7B6-D9ED-464B-8206-98055EB53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 spc="30" baseline="0"/>
            </a:lvl1pPr>
            <a:lvl2pPr marL="457200" indent="0">
              <a:lnSpc>
                <a:spcPts val="2400"/>
              </a:lnSpc>
              <a:buNone/>
              <a:defRPr sz="1400" spc="30" baseline="0"/>
            </a:lvl2pPr>
            <a:lvl3pPr marL="914400" indent="0">
              <a:lnSpc>
                <a:spcPts val="2400"/>
              </a:lnSpc>
              <a:buNone/>
              <a:defRPr sz="1400" spc="30" baseline="0"/>
            </a:lvl3pPr>
            <a:lvl4pPr marL="1371600" indent="0">
              <a:lnSpc>
                <a:spcPts val="2400"/>
              </a:lnSpc>
              <a:buNone/>
              <a:defRPr sz="1400" spc="30" baseline="0"/>
            </a:lvl4pPr>
            <a:lvl5pPr marL="1828800" indent="0">
              <a:lnSpc>
                <a:spcPts val="2400"/>
              </a:lnSpc>
              <a:buNone/>
              <a:defRPr sz="1400" spc="3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743C040-0A81-4A38-879D-07BBD18423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81800" y="2492375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DD4A8-3B48-439C-B601-8D04B871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761136" y="5210984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53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587044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3490624"/>
            <a:ext cx="4571999" cy="1235382"/>
          </a:xfrm>
          <a:solidFill>
            <a:schemeClr val="bg1">
              <a:alpha val="80000"/>
            </a:schemeClr>
          </a:solidFill>
        </p:spPr>
        <p:txBody>
          <a:bodyPr lIns="457200" bIns="137160" anchor="b">
            <a:normAutofit/>
          </a:bodyPr>
          <a:lstStyle>
            <a:lvl1pPr algn="l">
              <a:defRPr sz="36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  <a:solidFill>
            <a:schemeClr val="bg1">
              <a:alpha val="80000"/>
            </a:schemeClr>
          </a:solidFill>
        </p:spPr>
        <p:txBody>
          <a:bodyPr lIns="502920" rIns="2103120">
            <a:normAutofit/>
          </a:bodyPr>
          <a:lstStyle>
            <a:lvl1pPr marL="0" indent="0" algn="l">
              <a:buNone/>
              <a:defRPr sz="1400" spc="40" baseline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6E25-C828-48BC-8628-82D1E81A50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0386C-9F0A-4DAC-822E-DEC8EA1DDE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59EB-A4AA-43EC-A853-BDDFB7AB3D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1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62B82C-34E9-4F3B-9B0F-A3207161C41E}"/>
              </a:ext>
            </a:extLst>
          </p:cNvPr>
          <p:cNvSpPr/>
          <p:nvPr userDrawn="1"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7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392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microsoft.com/office/2007/relationships/hdphoto" Target="../media/hdphoto2.wdp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4070-A9DD-7ED1-A408-3905D4B12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556684-B253-84FE-C042-225EAAA104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>
          <a:xfrm>
            <a:off x="458724" y="411480"/>
            <a:ext cx="11274552" cy="6035040"/>
          </a:xfrm>
          <a:ln w="38100">
            <a:solidFill>
              <a:srgbClr val="00206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CCD3CF-CC62-EB4A-A9E0-2F03D38FC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079" y="1953143"/>
            <a:ext cx="6153839" cy="781234"/>
          </a:xfrm>
          <a:noFill/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DreamBridge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2021E-740C-4F04-851D-B41F1BE29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0029" y="2443987"/>
            <a:ext cx="3531937" cy="524794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Bridging Your Dreams and Education...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89D5B-395D-D0A5-4841-39B49EC8C6E7}"/>
              </a:ext>
            </a:extLst>
          </p:cNvPr>
          <p:cNvSpPr txBox="1"/>
          <p:nvPr/>
        </p:nvSpPr>
        <p:spPr>
          <a:xfrm>
            <a:off x="7970365" y="5706182"/>
            <a:ext cx="3659781" cy="646331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Presented by: Kaveesha Senarathne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Date: September 22,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665A81-FA4F-072F-EBC4-47D19A342DD4}"/>
              </a:ext>
            </a:extLst>
          </p:cNvPr>
          <p:cNvSpPr txBox="1"/>
          <p:nvPr/>
        </p:nvSpPr>
        <p:spPr>
          <a:xfrm>
            <a:off x="4065422" y="2968781"/>
            <a:ext cx="4061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University Course Enrollment System</a:t>
            </a:r>
          </a:p>
        </p:txBody>
      </p:sp>
    </p:spTree>
    <p:extLst>
      <p:ext uri="{BB962C8B-B14F-4D97-AF65-F5344CB8AC3E}">
        <p14:creationId xmlns:p14="http://schemas.microsoft.com/office/powerpoint/2010/main" val="326238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9D784627-E436-9743-197B-76449DFE7D02}"/>
              </a:ext>
            </a:extLst>
          </p:cNvPr>
          <p:cNvSpPr/>
          <p:nvPr/>
        </p:nvSpPr>
        <p:spPr>
          <a:xfrm>
            <a:off x="7111467" y="535621"/>
            <a:ext cx="3424335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0DE43-9427-EB88-CD26-D695A97C5B33}"/>
              </a:ext>
            </a:extLst>
          </p:cNvPr>
          <p:cNvSpPr/>
          <p:nvPr/>
        </p:nvSpPr>
        <p:spPr>
          <a:xfrm>
            <a:off x="373224" y="345233"/>
            <a:ext cx="11430000" cy="6158204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336" y="552253"/>
            <a:ext cx="3187991" cy="643813"/>
          </a:xfrm>
        </p:spPr>
        <p:txBody>
          <a:bodyPr>
            <a:noAutofit/>
          </a:bodyPr>
          <a:lstStyle/>
          <a:p>
            <a:r>
              <a:rPr lang="en-US" sz="4500" b="1" dirty="0">
                <a:solidFill>
                  <a:srgbClr val="002060"/>
                </a:solidFill>
              </a:rPr>
              <a:t>Introduction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6B3187BD-B790-DE63-0B54-F9E459DC31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0659" b="20659"/>
          <a:stretch/>
        </p:blipFill>
        <p:spPr>
          <a:xfrm>
            <a:off x="0" y="914400"/>
            <a:ext cx="5713413" cy="50292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F7CBB7-EDBA-2FA8-A7D9-5E27FA3D5DBA}"/>
              </a:ext>
            </a:extLst>
          </p:cNvPr>
          <p:cNvSpPr txBox="1"/>
          <p:nvPr/>
        </p:nvSpPr>
        <p:spPr>
          <a:xfrm>
            <a:off x="5933441" y="1419285"/>
            <a:ext cx="58697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Java-based</a:t>
            </a:r>
            <a:r>
              <a:rPr lang="en-US" dirty="0">
                <a:solidFill>
                  <a:srgbClr val="002060"/>
                </a:solidFill>
              </a:rPr>
              <a:t> system for managing student course enrollment.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Prioritizes registration for </a:t>
            </a:r>
            <a:r>
              <a:rPr lang="en-US" b="1" dirty="0">
                <a:solidFill>
                  <a:srgbClr val="002060"/>
                </a:solidFill>
              </a:rPr>
              <a:t>high-demand courses</a:t>
            </a:r>
            <a:r>
              <a:rPr lang="en-US" dirty="0">
                <a:solidFill>
                  <a:srgbClr val="002060"/>
                </a:solidFill>
              </a:rPr>
              <a:t>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Built </a:t>
            </a:r>
            <a:r>
              <a:rPr lang="en-US" b="1" dirty="0">
                <a:solidFill>
                  <a:srgbClr val="002060"/>
                </a:solidFill>
              </a:rPr>
              <a:t>from scratch</a:t>
            </a:r>
            <a:r>
              <a:rPr lang="en-US" dirty="0">
                <a:solidFill>
                  <a:srgbClr val="002060"/>
                </a:solidFill>
              </a:rPr>
              <a:t> without Java Collection Framework.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Data Structures:</a:t>
            </a:r>
            <a:r>
              <a:rPr lang="en-US" dirty="0">
                <a:solidFill>
                  <a:srgbClr val="002060"/>
                </a:solidFill>
              </a:rPr>
              <a:t> Doubly Linked List, Priority Queue &amp; Hash Table.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Algorithms:</a:t>
            </a:r>
            <a:r>
              <a:rPr lang="en-US" dirty="0">
                <a:solidFill>
                  <a:srgbClr val="002060"/>
                </a:solidFill>
              </a:rPr>
              <a:t> Binary Search &amp; Quick Sort.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Provides </a:t>
            </a:r>
            <a:r>
              <a:rPr lang="en-US" b="1" dirty="0">
                <a:solidFill>
                  <a:srgbClr val="002060"/>
                </a:solidFill>
              </a:rPr>
              <a:t>fast searching, sorting, and data management</a:t>
            </a:r>
            <a:r>
              <a:rPr lang="en-US" dirty="0">
                <a:solidFill>
                  <a:srgbClr val="002060"/>
                </a:solidFill>
              </a:rPr>
              <a:t>. </a:t>
            </a:r>
          </a:p>
          <a:p>
            <a:pPr lvl="0"/>
            <a:endParaRPr lang="en-US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Supports to </a:t>
            </a:r>
            <a:r>
              <a:rPr lang="en-US" b="1" dirty="0">
                <a:solidFill>
                  <a:srgbClr val="002060"/>
                </a:solidFill>
              </a:rPr>
              <a:t>efficient</a:t>
            </a:r>
            <a:r>
              <a:rPr lang="en-US" dirty="0">
                <a:solidFill>
                  <a:srgbClr val="002060"/>
                </a:solidFill>
              </a:rPr>
              <a:t> and </a:t>
            </a:r>
            <a:r>
              <a:rPr lang="en-US" b="1" dirty="0">
                <a:solidFill>
                  <a:srgbClr val="002060"/>
                </a:solidFill>
              </a:rPr>
              <a:t>cost-effective</a:t>
            </a:r>
            <a:r>
              <a:rPr lang="en-US" dirty="0">
                <a:solidFill>
                  <a:srgbClr val="002060"/>
                </a:solidFill>
              </a:rPr>
              <a:t>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6915111-0229-E344-2C86-596E82461797}"/>
              </a:ext>
            </a:extLst>
          </p:cNvPr>
          <p:cNvSpPr/>
          <p:nvPr/>
        </p:nvSpPr>
        <p:spPr>
          <a:xfrm>
            <a:off x="660400" y="5006975"/>
            <a:ext cx="1127760" cy="1349375"/>
          </a:xfrm>
          <a:prstGeom prst="rect">
            <a:avLst/>
          </a:prstGeom>
          <a:solidFill>
            <a:srgbClr val="D4E6F4"/>
          </a:solidFill>
          <a:ln>
            <a:solidFill>
              <a:srgbClr val="D4E6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A93B263-80B8-4F32-B69B-548E670DBC4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flipH="1">
            <a:off x="8622628" y="685800"/>
            <a:ext cx="3200400" cy="5486400"/>
          </a:xfr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E646606-940F-4C41-BC56-6A295533E9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/>
          <a:stretch/>
        </p:blipFill>
        <p:spPr>
          <a:xfrm>
            <a:off x="6407575" y="2080727"/>
            <a:ext cx="2660225" cy="292624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1E52-FFC6-40C5-B370-26EA23A5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 Light"/>
              <a:ea typeface="+mn-ea"/>
              <a:cs typeface="+mn-cs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6739A42-02D6-AEF0-A89C-F9D7E69777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871957"/>
              </p:ext>
            </p:extLst>
          </p:nvPr>
        </p:nvGraphicFramePr>
        <p:xfrm>
          <a:off x="368972" y="1248851"/>
          <a:ext cx="5974079" cy="5290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838731A8-E937-B09F-1778-F7D76C129F3F}"/>
              </a:ext>
            </a:extLst>
          </p:cNvPr>
          <p:cNvSpPr/>
          <p:nvPr/>
        </p:nvSpPr>
        <p:spPr>
          <a:xfrm>
            <a:off x="1493310" y="319088"/>
            <a:ext cx="3424335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6E31C62-3B8A-B655-69A4-7FE57C62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918" y="319088"/>
            <a:ext cx="2071117" cy="643813"/>
          </a:xfrm>
        </p:spPr>
        <p:txBody>
          <a:bodyPr>
            <a:noAutofit/>
          </a:bodyPr>
          <a:lstStyle/>
          <a:p>
            <a:r>
              <a:rPr lang="en-US" sz="4500" b="1" dirty="0">
                <a:solidFill>
                  <a:srgbClr val="00206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A9C386ED-9C02-1E3D-398B-8505CE3E5B46}"/>
              </a:ext>
            </a:extLst>
          </p:cNvPr>
          <p:cNvSpPr/>
          <p:nvPr/>
        </p:nvSpPr>
        <p:spPr>
          <a:xfrm>
            <a:off x="914400" y="3032761"/>
            <a:ext cx="4933169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B0A9F6B-B714-24A4-1731-04239F0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84" y="2809112"/>
            <a:ext cx="5181600" cy="946460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002060"/>
                </a:solidFill>
              </a:rPr>
              <a:t>01. System Features </a:t>
            </a:r>
            <a:endParaRPr lang="en-US" sz="45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098455-F3AD-4CE1-6F83-28C95857EE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5884637"/>
            <a:ext cx="9367520" cy="47323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“Architecture isn't about building the perfect system; it's about making trade-offs.” — Martin Fowler</a:t>
            </a:r>
            <a:endParaRPr lang="en-US" noProof="1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AAA2A7D6-6F43-AFA1-3A7C-846D137112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134" r="12134"/>
          <a:stretch/>
        </p:blipFill>
        <p:spPr>
          <a:xfrm>
            <a:off x="6478588" y="726927"/>
            <a:ext cx="5713412" cy="5029200"/>
          </a:xfrm>
        </p:spPr>
      </p:pic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Diagonal Corners Snipped 19">
            <a:extLst>
              <a:ext uri="{FF2B5EF4-FFF2-40B4-BE49-F238E27FC236}">
                <a16:creationId xmlns:a16="http://schemas.microsoft.com/office/drawing/2014/main" id="{55FBB39B-DF57-5035-C4C6-EA75FB052525}"/>
              </a:ext>
            </a:extLst>
          </p:cNvPr>
          <p:cNvSpPr/>
          <p:nvPr/>
        </p:nvSpPr>
        <p:spPr>
          <a:xfrm>
            <a:off x="1997788" y="779682"/>
            <a:ext cx="310806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DB12BD-51E2-337B-5F28-45D5D67D515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448790208"/>
              </p:ext>
            </p:extLst>
          </p:nvPr>
        </p:nvGraphicFramePr>
        <p:xfrm>
          <a:off x="1007642" y="1586204"/>
          <a:ext cx="5088358" cy="4446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08ED6-181E-A77E-9087-B870C37F4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350B8-9EC9-82EA-CFD0-759634461D55}"/>
              </a:ext>
            </a:extLst>
          </p:cNvPr>
          <p:cNvSpPr txBox="1"/>
          <p:nvPr/>
        </p:nvSpPr>
        <p:spPr>
          <a:xfrm>
            <a:off x="2180221" y="90944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Functional</a:t>
            </a:r>
            <a:r>
              <a:rPr lang="en-US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+mj-lt"/>
              </a:rPr>
              <a:t>Features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0803CB-C328-D63E-8D33-32C67061CF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688" t="21263" r="50525" b="46852"/>
          <a:stretch>
            <a:fillRect/>
          </a:stretch>
        </p:blipFill>
        <p:spPr>
          <a:xfrm>
            <a:off x="8753738" y="606900"/>
            <a:ext cx="2516081" cy="17500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A84F2F-B203-8DF6-E446-1418050CBF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475" t="21263" r="23920" b="46935"/>
          <a:stretch>
            <a:fillRect/>
          </a:stretch>
        </p:blipFill>
        <p:spPr>
          <a:xfrm>
            <a:off x="6637177" y="2594687"/>
            <a:ext cx="2675553" cy="17990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31BB42-1333-44A2-C93A-CE313FD822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930" t="53148" r="37259" b="21399"/>
          <a:stretch>
            <a:fillRect/>
          </a:stretch>
        </p:blipFill>
        <p:spPr>
          <a:xfrm>
            <a:off x="7808817" y="4644895"/>
            <a:ext cx="3007826" cy="160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FE86-01AB-C87F-D90D-3D75821B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5E75CB20-17C0-374E-7BA0-EFBCFABE17D1}"/>
              </a:ext>
            </a:extLst>
          </p:cNvPr>
          <p:cNvSpPr/>
          <p:nvPr/>
        </p:nvSpPr>
        <p:spPr>
          <a:xfrm>
            <a:off x="1670282" y="832363"/>
            <a:ext cx="3447798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790D7B2-8133-FDE1-7BAC-1358A6E64B6E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519468031"/>
              </p:ext>
            </p:extLst>
          </p:nvPr>
        </p:nvGraphicFramePr>
        <p:xfrm>
          <a:off x="1853649" y="1719632"/>
          <a:ext cx="2924699" cy="4446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81344-652F-D462-8B22-E0952158F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AAA5BC-100A-7390-474B-C11E0C6533C1}"/>
              </a:ext>
            </a:extLst>
          </p:cNvPr>
          <p:cNvSpPr txBox="1"/>
          <p:nvPr/>
        </p:nvSpPr>
        <p:spPr>
          <a:xfrm>
            <a:off x="1741682" y="928103"/>
            <a:ext cx="3376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Non-Functional Features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C8F3D0-4893-7511-A10E-A7BF763CC3E1}"/>
              </a:ext>
            </a:extLst>
          </p:cNvPr>
          <p:cNvGrpSpPr/>
          <p:nvPr/>
        </p:nvGrpSpPr>
        <p:grpSpPr>
          <a:xfrm>
            <a:off x="7105066" y="637400"/>
            <a:ext cx="2638425" cy="2419027"/>
            <a:chOff x="6888215" y="510136"/>
            <a:chExt cx="2638425" cy="241902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8DADD9E-931D-351B-9113-AAF226803C65}"/>
                </a:ext>
              </a:extLst>
            </p:cNvPr>
            <p:cNvGrpSpPr/>
            <p:nvPr/>
          </p:nvGrpSpPr>
          <p:grpSpPr>
            <a:xfrm>
              <a:off x="6974188" y="665105"/>
              <a:ext cx="2494481" cy="2264058"/>
              <a:chOff x="7993363" y="741491"/>
              <a:chExt cx="2494481" cy="22640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891A7C5-22B1-FDEF-3049-52890EC66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47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7993363" y="741491"/>
                <a:ext cx="2485530" cy="1956281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DE7C3E-7405-8BF0-F51B-5CF4172C6282}"/>
                  </a:ext>
                </a:extLst>
              </p:cNvPr>
              <p:cNvSpPr txBox="1"/>
              <p:nvPr/>
            </p:nvSpPr>
            <p:spPr>
              <a:xfrm>
                <a:off x="8002314" y="2697772"/>
                <a:ext cx="24855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02060"/>
                    </a:solidFill>
                  </a:rPr>
                  <a:t>OOP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4A7368-8BDD-D5EF-F896-02B1B20BFF68}"/>
                </a:ext>
              </a:extLst>
            </p:cNvPr>
            <p:cNvSpPr/>
            <p:nvPr/>
          </p:nvSpPr>
          <p:spPr>
            <a:xfrm>
              <a:off x="6888215" y="510136"/>
              <a:ext cx="2638425" cy="2419027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B5FC41-9515-5CFA-FFAC-CCB21F7CF503}"/>
              </a:ext>
            </a:extLst>
          </p:cNvPr>
          <p:cNvGrpSpPr/>
          <p:nvPr/>
        </p:nvGrpSpPr>
        <p:grpSpPr>
          <a:xfrm>
            <a:off x="5923967" y="3352523"/>
            <a:ext cx="5000625" cy="2844367"/>
            <a:chOff x="5895975" y="3349537"/>
            <a:chExt cx="5000625" cy="28443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E93D691-328D-94FF-7432-F002722CC3FA}"/>
                </a:ext>
              </a:extLst>
            </p:cNvPr>
            <p:cNvGrpSpPr/>
            <p:nvPr/>
          </p:nvGrpSpPr>
          <p:grpSpPr>
            <a:xfrm>
              <a:off x="6186655" y="3429000"/>
              <a:ext cx="4452894" cy="2764904"/>
              <a:chOff x="6186655" y="3429000"/>
              <a:chExt cx="4452894" cy="276490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C229D45-1EAB-3BB0-A22D-E893A40AA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colorTemperature colorTemp="4700"/>
                        </a14:imgEffect>
                      </a14:imgLayer>
                    </a14:imgProps>
                  </a:ext>
                </a:extLst>
              </a:blip>
              <a:srcRect/>
              <a:stretch/>
            </p:blipFill>
            <p:spPr>
              <a:xfrm>
                <a:off x="6186655" y="3429000"/>
                <a:ext cx="4452894" cy="2419027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0C7CE7-E6B1-AD98-0DED-0BFFFDA9F9AD}"/>
                  </a:ext>
                </a:extLst>
              </p:cNvPr>
              <p:cNvSpPr txBox="1"/>
              <p:nvPr/>
            </p:nvSpPr>
            <p:spPr>
              <a:xfrm>
                <a:off x="7170337" y="5886127"/>
                <a:ext cx="24855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3-Tier Architecture</a:t>
                </a:r>
                <a:endParaRPr lang="en-US" sz="1400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780476-4230-8F7D-EF65-2B743DBECFAA}"/>
                </a:ext>
              </a:extLst>
            </p:cNvPr>
            <p:cNvSpPr/>
            <p:nvPr/>
          </p:nvSpPr>
          <p:spPr>
            <a:xfrm>
              <a:off x="5895975" y="3349537"/>
              <a:ext cx="5000625" cy="2844367"/>
            </a:xfrm>
            <a:prstGeom prst="rect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7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45A21-CA50-E4AD-1327-33DA3EB3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FDE514B3-23B1-8CAE-90CD-F479FEF99E83}"/>
              </a:ext>
            </a:extLst>
          </p:cNvPr>
          <p:cNvSpPr/>
          <p:nvPr/>
        </p:nvSpPr>
        <p:spPr>
          <a:xfrm>
            <a:off x="811568" y="780206"/>
            <a:ext cx="5529412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6A55E6-2C77-A36B-7EFC-D44CF768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68" y="521298"/>
            <a:ext cx="5529412" cy="946460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002060"/>
                </a:solidFill>
              </a:rPr>
              <a:t>02. Technologies Used </a:t>
            </a:r>
            <a:endParaRPr lang="en-US" sz="45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494BE-9D8C-B77E-560B-82531F958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Content Placeholder 10">
            <a:extLst>
              <a:ext uri="{FF2B5EF4-FFF2-40B4-BE49-F238E27FC236}">
                <a16:creationId xmlns:a16="http://schemas.microsoft.com/office/drawing/2014/main" id="{3AB03789-D393-AEEF-4B03-DE9F082C0F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7070599"/>
              </p:ext>
            </p:extLst>
          </p:nvPr>
        </p:nvGraphicFramePr>
        <p:xfrm>
          <a:off x="1856791" y="2448625"/>
          <a:ext cx="8325952" cy="261765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760237">
                  <a:extLst>
                    <a:ext uri="{9D8B030D-6E8A-4147-A177-3AD203B41FA5}">
                      <a16:colId xmlns:a16="http://schemas.microsoft.com/office/drawing/2014/main" val="2729480263"/>
                    </a:ext>
                  </a:extLst>
                </a:gridCol>
                <a:gridCol w="4565715">
                  <a:extLst>
                    <a:ext uri="{9D8B030D-6E8A-4147-A177-3AD203B41FA5}">
                      <a16:colId xmlns:a16="http://schemas.microsoft.com/office/drawing/2014/main" val="3850480252"/>
                    </a:ext>
                  </a:extLst>
                </a:gridCol>
              </a:tblGrid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Technology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Purpose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7723976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Java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Programming language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4387096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NetBeans IDE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</a:rPr>
                        <a:t>Development Environment</a:t>
                      </a:r>
                      <a:endParaRPr lang="en-US" sz="1800" kern="10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6791511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Object-oriented programming (OOP)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Software Design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3122537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File Handling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Permanent data Storage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7445057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Exception Handling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Efficient error handling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4047625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</a:rPr>
                        <a:t>Custom Data Structure</a:t>
                      </a:r>
                      <a:endParaRPr lang="en-US" sz="1800" kern="10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Efficient data management</a:t>
                      </a:r>
                      <a:endParaRPr lang="en-US" sz="1800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0852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44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EC50B-5118-7B4C-5236-84EB637B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F96A2E1F-7D35-C342-D9DE-856F767E05D1}"/>
              </a:ext>
            </a:extLst>
          </p:cNvPr>
          <p:cNvSpPr/>
          <p:nvPr/>
        </p:nvSpPr>
        <p:spPr>
          <a:xfrm>
            <a:off x="914401" y="3033535"/>
            <a:ext cx="4969690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7AD636-6919-0DD6-99C5-89B866C9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09499"/>
            <a:ext cx="4969691" cy="946460"/>
          </a:xfrm>
        </p:spPr>
        <p:txBody>
          <a:bodyPr>
            <a:noAutofit/>
          </a:bodyPr>
          <a:lstStyle/>
          <a:p>
            <a:pPr algn="ctr"/>
            <a:r>
              <a:rPr lang="en-US" sz="4500" b="1" dirty="0">
                <a:solidFill>
                  <a:srgbClr val="002060"/>
                </a:solidFill>
              </a:rPr>
              <a:t>03. System Design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35AAE6-29D7-11B8-D57F-404E2CBD17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6034256"/>
            <a:ext cx="9784080" cy="4521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Highlight the hidden costs, complexities, and design choices behind adding system capabilities……</a:t>
            </a:r>
            <a:endParaRPr lang="en-US" noProof="1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220B55-487B-0869-B7FB-9D3E3CD9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A99AED70-D225-BD97-954E-2E28273B04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127" r="12127"/>
          <a:stretch/>
        </p:blipFill>
        <p:spPr>
          <a:xfrm>
            <a:off x="6478588" y="920750"/>
            <a:ext cx="5713412" cy="5029200"/>
          </a:xfrm>
        </p:spPr>
      </p:pic>
    </p:spTree>
    <p:extLst>
      <p:ext uri="{BB962C8B-B14F-4D97-AF65-F5344CB8AC3E}">
        <p14:creationId xmlns:p14="http://schemas.microsoft.com/office/powerpoint/2010/main" val="179717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D1D8EB7C-9822-BA92-0C0B-7C69CB29113A}"/>
              </a:ext>
            </a:extLst>
          </p:cNvPr>
          <p:cNvSpPr/>
          <p:nvPr/>
        </p:nvSpPr>
        <p:spPr>
          <a:xfrm>
            <a:off x="443755" y="256299"/>
            <a:ext cx="310806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589B58-B2C5-63DF-CF12-44EBCD8AE0C8}"/>
              </a:ext>
            </a:extLst>
          </p:cNvPr>
          <p:cNvSpPr txBox="1"/>
          <p:nvPr/>
        </p:nvSpPr>
        <p:spPr>
          <a:xfrm>
            <a:off x="696654" y="352038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System 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F54E5D-1BD5-1FB1-003F-5A45AB9C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061" y="133038"/>
            <a:ext cx="6819118" cy="659192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540C148B-5039-1680-4CA8-2E67D60E23F5}"/>
              </a:ext>
            </a:extLst>
          </p:cNvPr>
          <p:cNvSpPr/>
          <p:nvPr/>
        </p:nvSpPr>
        <p:spPr>
          <a:xfrm>
            <a:off x="571500" y="2597727"/>
            <a:ext cx="2868354" cy="1257300"/>
          </a:xfrm>
          <a:prstGeom prst="rightArrow">
            <a:avLst/>
          </a:prstGeom>
          <a:solidFill>
            <a:srgbClr val="A3C7E7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3-Tier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722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76A85-3386-9E71-73C5-E3DF2649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3E0E0DEC-2739-CADD-0EFD-181704BB5857}"/>
              </a:ext>
            </a:extLst>
          </p:cNvPr>
          <p:cNvSpPr/>
          <p:nvPr/>
        </p:nvSpPr>
        <p:spPr>
          <a:xfrm>
            <a:off x="703974" y="256298"/>
            <a:ext cx="310806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17E05-FCAB-8C81-5F9B-CE74193C85EF}"/>
              </a:ext>
            </a:extLst>
          </p:cNvPr>
          <p:cNvSpPr txBox="1"/>
          <p:nvPr/>
        </p:nvSpPr>
        <p:spPr>
          <a:xfrm>
            <a:off x="886407" y="352038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System Workflow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89A59-6260-FAA1-F408-FBA8BC00C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56" y="128149"/>
            <a:ext cx="5652015" cy="66017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505BB28-CBD5-A10B-5744-E8709D034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3301527"/>
              </p:ext>
            </p:extLst>
          </p:nvPr>
        </p:nvGraphicFramePr>
        <p:xfrm>
          <a:off x="557094" y="1686022"/>
          <a:ext cx="4021282" cy="2418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900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0D-F6D6-1201-5EE4-A8001981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7CA49E35-F6E2-D4AF-DFB4-851A7797157A}"/>
              </a:ext>
            </a:extLst>
          </p:cNvPr>
          <p:cNvSpPr/>
          <p:nvPr/>
        </p:nvSpPr>
        <p:spPr>
          <a:xfrm>
            <a:off x="576441" y="236025"/>
            <a:ext cx="2859282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FD697E-D343-7D68-D4DB-33028C707F75}"/>
              </a:ext>
            </a:extLst>
          </p:cNvPr>
          <p:cNvSpPr txBox="1"/>
          <p:nvPr/>
        </p:nvSpPr>
        <p:spPr>
          <a:xfrm>
            <a:off x="709127" y="352038"/>
            <a:ext cx="259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AD6B8-58AD-8917-ACDB-9F21E26D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049" y="236025"/>
            <a:ext cx="7868510" cy="638594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39312B9-6F5E-A227-AA1D-451961D8B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6402736"/>
              </p:ext>
            </p:extLst>
          </p:nvPr>
        </p:nvGraphicFramePr>
        <p:xfrm>
          <a:off x="576441" y="2370579"/>
          <a:ext cx="2391731" cy="2116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466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CAAD-3C7A-23B9-0430-CFCACF4EF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BBBA5FE9-B7C6-7F6E-3FD6-835358616EF9}"/>
              </a:ext>
            </a:extLst>
          </p:cNvPr>
          <p:cNvSpPr/>
          <p:nvPr/>
        </p:nvSpPr>
        <p:spPr>
          <a:xfrm>
            <a:off x="1326519" y="256299"/>
            <a:ext cx="2859282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D0D7DB-6561-99E0-6443-7BB4AFA5BA6D}"/>
              </a:ext>
            </a:extLst>
          </p:cNvPr>
          <p:cNvSpPr txBox="1"/>
          <p:nvPr/>
        </p:nvSpPr>
        <p:spPr>
          <a:xfrm>
            <a:off x="1459205" y="345242"/>
            <a:ext cx="2593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A53F1-AFC6-D41E-65BC-2D38C308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800" y="256299"/>
            <a:ext cx="6003566" cy="623635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7" name="Content Placeholder 6">
            <a:extLst>
              <a:ext uri="{FF2B5EF4-FFF2-40B4-BE49-F238E27FC236}">
                <a16:creationId xmlns:a16="http://schemas.microsoft.com/office/drawing/2014/main" id="{BDF99DA8-81FF-35F6-175E-9D4307D39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868202"/>
              </p:ext>
            </p:extLst>
          </p:nvPr>
        </p:nvGraphicFramePr>
        <p:xfrm>
          <a:off x="713344" y="1337123"/>
          <a:ext cx="4085632" cy="4446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947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F502-005C-31B6-6F99-AB0439EA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FFFA44-66DA-F09C-6A72-86D3064F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" b="8413"/>
          <a:stretch>
            <a:fillRect/>
          </a:stretch>
        </p:blipFill>
        <p:spPr>
          <a:xfrm flipV="1">
            <a:off x="-29360" y="-1"/>
            <a:ext cx="11190329" cy="6875726"/>
          </a:xfrm>
          <a:prstGeom prst="rect">
            <a:avLst/>
          </a:prstGeom>
        </p:spPr>
      </p:pic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6C13D48E-C3A5-DC70-7DC8-1F9B8F332C6A}"/>
              </a:ext>
            </a:extLst>
          </p:cNvPr>
          <p:cNvSpPr/>
          <p:nvPr/>
        </p:nvSpPr>
        <p:spPr>
          <a:xfrm>
            <a:off x="1175657" y="3033535"/>
            <a:ext cx="4077477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6936FBE-B0DB-24AF-073E-9CFC79D2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31" y="2780859"/>
            <a:ext cx="4366727" cy="946460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002060"/>
                </a:solidFill>
              </a:rPr>
              <a:t>04. Live 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2EAC7-79D6-7B49-BD05-915FF8551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E0D833BB-2C62-3511-06A3-BCBA5B3C7C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5902" r="25902"/>
          <a:stretch/>
        </p:blipFill>
        <p:spPr>
          <a:xfrm>
            <a:off x="6478588" y="920750"/>
            <a:ext cx="5713412" cy="5029200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61EFEA-FD68-B2E5-B966-B793E92A34B3}"/>
              </a:ext>
            </a:extLst>
          </p:cNvPr>
          <p:cNvSpPr txBox="1">
            <a:spLocks/>
          </p:cNvSpPr>
          <p:nvPr/>
        </p:nvSpPr>
        <p:spPr>
          <a:xfrm>
            <a:off x="8523051" y="2177078"/>
            <a:ext cx="2754549" cy="78123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>
                    <a:alpha val="29000"/>
                  </a:srgbClr>
                </a:solidFill>
              </a:rPr>
              <a:t>DreamBridge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44533E1-B56A-8BAE-0321-2EC14F2EFCAE}"/>
              </a:ext>
            </a:extLst>
          </p:cNvPr>
          <p:cNvSpPr txBox="1">
            <a:spLocks/>
          </p:cNvSpPr>
          <p:nvPr/>
        </p:nvSpPr>
        <p:spPr>
          <a:xfrm>
            <a:off x="8883940" y="2791019"/>
            <a:ext cx="2754549" cy="22416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 dirty="0">
                <a:solidFill>
                  <a:srgbClr val="002060">
                    <a:alpha val="46000"/>
                  </a:srgbClr>
                </a:solidFill>
              </a:rPr>
              <a:t>Bridging Your Dreams and Education...</a:t>
            </a:r>
          </a:p>
        </p:txBody>
      </p:sp>
    </p:spTree>
    <p:extLst>
      <p:ext uri="{BB962C8B-B14F-4D97-AF65-F5344CB8AC3E}">
        <p14:creationId xmlns:p14="http://schemas.microsoft.com/office/powerpoint/2010/main" val="3503438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8B13B-91E2-4CFD-AD0F-3C1B9739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F77F4E21-ADAC-EB23-579C-6078791DF68D}"/>
              </a:ext>
            </a:extLst>
          </p:cNvPr>
          <p:cNvSpPr/>
          <p:nvPr/>
        </p:nvSpPr>
        <p:spPr>
          <a:xfrm>
            <a:off x="914400" y="3032761"/>
            <a:ext cx="4802735" cy="653144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CFE657-D729-6AC0-A99B-B2B23F6C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282" y="2759765"/>
            <a:ext cx="5064969" cy="946460"/>
          </a:xfrm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rgbClr val="002060"/>
                </a:solidFill>
              </a:rPr>
              <a:t>05. Testing Strategy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0504C28-B674-FC1B-CA95-3F9919E9E9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1842" y="5922496"/>
            <a:ext cx="5404158" cy="5638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Testing shows the presence, not the absence, of bugs….</a:t>
            </a:r>
            <a:endParaRPr lang="en-US" noProof="1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EE6CF-AB7C-8B0F-6729-56D8A168D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CF018F90-79F5-D3B7-9499-6F72583E7F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132" r="12132"/>
          <a:stretch/>
        </p:blipFill>
        <p:spPr>
          <a:xfrm>
            <a:off x="6478588" y="920750"/>
            <a:ext cx="571341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00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6F75-FCCB-44F6-0448-4023CC7BA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FB60F81-1D94-03FC-A4DA-4CE09EF2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0" y="-203200"/>
            <a:ext cx="4539264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2E72C806-E416-57B7-C93C-F9E871F6C8E7}"/>
              </a:ext>
            </a:extLst>
          </p:cNvPr>
          <p:cNvSpPr/>
          <p:nvPr/>
        </p:nvSpPr>
        <p:spPr>
          <a:xfrm>
            <a:off x="587511" y="515312"/>
            <a:ext cx="256581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88ABB-1184-0F85-E628-F0BCA273A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A7131-72A5-39EA-0A5D-E59235464772}"/>
              </a:ext>
            </a:extLst>
          </p:cNvPr>
          <p:cNvSpPr txBox="1"/>
          <p:nvPr/>
        </p:nvSpPr>
        <p:spPr>
          <a:xfrm>
            <a:off x="752217" y="611051"/>
            <a:ext cx="2401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Testing Approach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3C42E2-F2BF-A3B7-8C71-16D3739F9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1" y="616751"/>
            <a:ext cx="5681774" cy="5451963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0B5FE6D-0847-D2DA-6BE3-8081DF35C8DA}"/>
              </a:ext>
            </a:extLst>
          </p:cNvPr>
          <p:cNvSpPr/>
          <p:nvPr/>
        </p:nvSpPr>
        <p:spPr>
          <a:xfrm>
            <a:off x="1557906" y="2757196"/>
            <a:ext cx="3898015" cy="1343608"/>
          </a:xfrm>
          <a:prstGeom prst="rightArrow">
            <a:avLst/>
          </a:prstGeom>
          <a:gradFill>
            <a:gsLst>
              <a:gs pos="0">
                <a:schemeClr val="bg1"/>
              </a:gs>
              <a:gs pos="74000">
                <a:srgbClr val="FFCCFF"/>
              </a:gs>
              <a:gs pos="83000">
                <a:srgbClr val="FFCCFF"/>
              </a:gs>
              <a:gs pos="100000">
                <a:srgbClr val="FFCCFF"/>
              </a:gs>
            </a:gsLst>
            <a:lin ang="5400000" scaled="1"/>
          </a:gra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Top-Down approach</a:t>
            </a:r>
          </a:p>
        </p:txBody>
      </p:sp>
    </p:spTree>
    <p:extLst>
      <p:ext uri="{BB962C8B-B14F-4D97-AF65-F5344CB8AC3E}">
        <p14:creationId xmlns:p14="http://schemas.microsoft.com/office/powerpoint/2010/main" val="350611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A164-BD64-D41F-8F8E-66CD50D6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B26C808-E8FF-A795-6D98-F1C3DDC9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2457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83DB330A-CD68-5BBB-C6B2-00C6BACF25D7}"/>
              </a:ext>
            </a:extLst>
          </p:cNvPr>
          <p:cNvSpPr/>
          <p:nvPr/>
        </p:nvSpPr>
        <p:spPr>
          <a:xfrm>
            <a:off x="587511" y="515312"/>
            <a:ext cx="256581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F2BF3-A14B-BEC3-F7B7-EF6045661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AF1B7-E817-5D78-F687-1EDA56C1E99C}"/>
              </a:ext>
            </a:extLst>
          </p:cNvPr>
          <p:cNvSpPr txBox="1"/>
          <p:nvPr/>
        </p:nvSpPr>
        <p:spPr>
          <a:xfrm>
            <a:off x="752217" y="611051"/>
            <a:ext cx="2401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Testing Methods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CAA772-80E2-3372-906B-0C2F4B18FF74}"/>
              </a:ext>
            </a:extLst>
          </p:cNvPr>
          <p:cNvGraphicFramePr/>
          <p:nvPr/>
        </p:nvGraphicFramePr>
        <p:xfrm>
          <a:off x="505909" y="1359934"/>
          <a:ext cx="5668060" cy="4982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E9F72CC6-805D-96D0-313C-70D06A15A940}"/>
              </a:ext>
            </a:extLst>
          </p:cNvPr>
          <p:cNvSpPr/>
          <p:nvPr/>
        </p:nvSpPr>
        <p:spPr>
          <a:xfrm>
            <a:off x="4418238" y="5158439"/>
            <a:ext cx="118126" cy="118126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28A2DC-415C-F5CD-712D-0510415C9917}"/>
              </a:ext>
            </a:extLst>
          </p:cNvPr>
          <p:cNvCxnSpPr>
            <a:cxnSpLocks/>
          </p:cNvCxnSpPr>
          <p:nvPr/>
        </p:nvCxnSpPr>
        <p:spPr>
          <a:xfrm>
            <a:off x="6096000" y="360214"/>
            <a:ext cx="0" cy="6126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52B3A83-5411-DC93-5F8C-8DFBBA901189}"/>
              </a:ext>
            </a:extLst>
          </p:cNvPr>
          <p:cNvSpPr/>
          <p:nvPr/>
        </p:nvSpPr>
        <p:spPr>
          <a:xfrm>
            <a:off x="7239572" y="841883"/>
            <a:ext cx="3898015" cy="1343608"/>
          </a:xfrm>
          <a:prstGeom prst="rightArrow">
            <a:avLst/>
          </a:prstGeom>
          <a:gradFill>
            <a:gsLst>
              <a:gs pos="0">
                <a:schemeClr val="bg1"/>
              </a:gs>
              <a:gs pos="74000">
                <a:srgbClr val="FFCCFF"/>
              </a:gs>
              <a:gs pos="83000">
                <a:srgbClr val="FFCCFF"/>
              </a:gs>
              <a:gs pos="100000">
                <a:srgbClr val="FFCCFF"/>
              </a:gs>
            </a:gsLst>
            <a:lin ang="5400000" scaled="1"/>
          </a:gra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Normal Cases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AB7B6AF-CB6B-62A9-2419-D394E21AC692}"/>
              </a:ext>
            </a:extLst>
          </p:cNvPr>
          <p:cNvSpPr/>
          <p:nvPr/>
        </p:nvSpPr>
        <p:spPr>
          <a:xfrm>
            <a:off x="7234693" y="3849217"/>
            <a:ext cx="3898015" cy="1343608"/>
          </a:xfrm>
          <a:prstGeom prst="rightArrow">
            <a:avLst/>
          </a:prstGeom>
          <a:gradFill>
            <a:gsLst>
              <a:gs pos="0">
                <a:schemeClr val="bg1"/>
              </a:gs>
              <a:gs pos="74000">
                <a:srgbClr val="FFCCFF"/>
              </a:gs>
              <a:gs pos="83000">
                <a:srgbClr val="FFCCFF"/>
              </a:gs>
              <a:gs pos="100000">
                <a:srgbClr val="FFCCFF"/>
              </a:gs>
            </a:gsLst>
            <a:lin ang="5400000" scaled="1"/>
          </a:gra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Edge Cases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77C0866-E6A8-AD40-351B-3579C23BF92C}"/>
              </a:ext>
            </a:extLst>
          </p:cNvPr>
          <p:cNvSpPr/>
          <p:nvPr/>
        </p:nvSpPr>
        <p:spPr>
          <a:xfrm>
            <a:off x="7234693" y="2345550"/>
            <a:ext cx="3898015" cy="1343608"/>
          </a:xfrm>
          <a:prstGeom prst="rightArrow">
            <a:avLst/>
          </a:prstGeom>
          <a:gradFill>
            <a:gsLst>
              <a:gs pos="0">
                <a:schemeClr val="bg1"/>
              </a:gs>
              <a:gs pos="74000">
                <a:srgbClr val="FFCCFF"/>
              </a:gs>
              <a:gs pos="83000">
                <a:srgbClr val="FFCCFF"/>
              </a:gs>
              <a:gs pos="100000">
                <a:srgbClr val="FFCCFF"/>
              </a:gs>
            </a:gsLst>
            <a:lin ang="5400000" scaled="1"/>
          </a:gra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Boundary Cases</a:t>
            </a:r>
          </a:p>
        </p:txBody>
      </p:sp>
    </p:spTree>
    <p:extLst>
      <p:ext uri="{BB962C8B-B14F-4D97-AF65-F5344CB8AC3E}">
        <p14:creationId xmlns:p14="http://schemas.microsoft.com/office/powerpoint/2010/main" val="108830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4" grpId="0" animBg="1"/>
      <p:bldP spid="16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8837-BCBE-8A42-54A8-6A6166B2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0FC866-36F6-34E8-EED2-23088F81BF45}"/>
              </a:ext>
            </a:extLst>
          </p:cNvPr>
          <p:cNvSpPr/>
          <p:nvPr/>
        </p:nvSpPr>
        <p:spPr>
          <a:xfrm>
            <a:off x="560995" y="505790"/>
            <a:ext cx="2565816" cy="653144"/>
          </a:xfrm>
          <a:prstGeom prst="snip2Diag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F22A4-36E3-A692-E9F7-C8B1EB0D4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CD0D3-2282-E643-CC24-AC338D7183EA}"/>
              </a:ext>
            </a:extLst>
          </p:cNvPr>
          <p:cNvSpPr txBox="1"/>
          <p:nvPr/>
        </p:nvSpPr>
        <p:spPr>
          <a:xfrm>
            <a:off x="741748" y="601529"/>
            <a:ext cx="2204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Test Conclusion</a:t>
            </a:r>
          </a:p>
        </p:txBody>
      </p:sp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D30F3B33-497E-6ED8-785F-4371297D8F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118228"/>
              </p:ext>
            </p:extLst>
          </p:nvPr>
        </p:nvGraphicFramePr>
        <p:xfrm>
          <a:off x="1933023" y="1680861"/>
          <a:ext cx="8325953" cy="7479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428511">
                  <a:extLst>
                    <a:ext uri="{9D8B030D-6E8A-4147-A177-3AD203B41FA5}">
                      <a16:colId xmlns:a16="http://schemas.microsoft.com/office/drawing/2014/main" val="2729480263"/>
                    </a:ext>
                  </a:extLst>
                </a:gridCol>
                <a:gridCol w="2948721">
                  <a:extLst>
                    <a:ext uri="{9D8B030D-6E8A-4147-A177-3AD203B41FA5}">
                      <a16:colId xmlns:a16="http://schemas.microsoft.com/office/drawing/2014/main" val="3850480252"/>
                    </a:ext>
                  </a:extLst>
                </a:gridCol>
                <a:gridCol w="2948721">
                  <a:extLst>
                    <a:ext uri="{9D8B030D-6E8A-4147-A177-3AD203B41FA5}">
                      <a16:colId xmlns:a16="http://schemas.microsoft.com/office/drawing/2014/main" val="938872583"/>
                    </a:ext>
                  </a:extLst>
                </a:gridCol>
              </a:tblGrid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Total Test Cases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Passed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Failed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7723976"/>
                  </a:ext>
                </a:extLst>
              </a:tr>
              <a:tr h="37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14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01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4387096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ABCF637-EA46-3D96-EA04-D819D246A5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17858"/>
              </p:ext>
            </p:extLst>
          </p:nvPr>
        </p:nvGraphicFramePr>
        <p:xfrm>
          <a:off x="4260451" y="3004213"/>
          <a:ext cx="3671096" cy="2850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4111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38A8-7019-3DC8-BE59-54ABD2BE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F5D90-6CF4-1857-E4A3-367DB2108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108CF-0BE4-437C-1718-32823746E707}"/>
              </a:ext>
            </a:extLst>
          </p:cNvPr>
          <p:cNvSpPr txBox="1"/>
          <p:nvPr/>
        </p:nvSpPr>
        <p:spPr>
          <a:xfrm>
            <a:off x="741748" y="536215"/>
            <a:ext cx="2547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What went wrong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F6F34-132A-2CCF-C991-BBE89BCC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43" y="1240912"/>
            <a:ext cx="8461723" cy="47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99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35C5-6668-5ADF-0748-F6E6E4644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43E25-0E21-BD37-BB33-91FA4E98B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81756-2484-FDFA-D62B-7E6D11ED4893}"/>
              </a:ext>
            </a:extLst>
          </p:cNvPr>
          <p:cNvSpPr txBox="1"/>
          <p:nvPr/>
        </p:nvSpPr>
        <p:spPr>
          <a:xfrm>
            <a:off x="741748" y="601529"/>
            <a:ext cx="2547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What went wrong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3BFBB-6F14-AD81-3022-F27D3460B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13" y="1179929"/>
            <a:ext cx="8607973" cy="48364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78A1D2-8BF5-0D74-8C65-5347C86C957B}"/>
              </a:ext>
            </a:extLst>
          </p:cNvPr>
          <p:cNvSpPr/>
          <p:nvPr/>
        </p:nvSpPr>
        <p:spPr>
          <a:xfrm>
            <a:off x="2626360" y="3870960"/>
            <a:ext cx="4287520" cy="711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389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79E9-B103-97F9-8F29-326E8CBC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57EF9-CD37-E8A1-747A-70A44E665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E1216-48ED-2B24-D591-38D410878650}"/>
              </a:ext>
            </a:extLst>
          </p:cNvPr>
          <p:cNvSpPr txBox="1"/>
          <p:nvPr/>
        </p:nvSpPr>
        <p:spPr>
          <a:xfrm>
            <a:off x="741748" y="601529"/>
            <a:ext cx="2547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+mj-lt"/>
              </a:rPr>
              <a:t>What went wrong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5282F-EDAF-A5A3-481D-0A8FD745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35132" y="1284779"/>
            <a:ext cx="8595915" cy="48364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6C248D-436F-840C-0179-500610FFC525}"/>
              </a:ext>
            </a:extLst>
          </p:cNvPr>
          <p:cNvSpPr/>
          <p:nvPr/>
        </p:nvSpPr>
        <p:spPr>
          <a:xfrm>
            <a:off x="2417379" y="3058510"/>
            <a:ext cx="4624552" cy="23648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35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97617-C74F-C0ED-4EA4-F5335FFD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0695C1DE-7A92-C7AC-791D-2B386AA2D4FE}"/>
              </a:ext>
            </a:extLst>
          </p:cNvPr>
          <p:cNvSpPr/>
          <p:nvPr/>
        </p:nvSpPr>
        <p:spPr>
          <a:xfrm>
            <a:off x="1016000" y="2015412"/>
            <a:ext cx="4726993" cy="1671267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487681-475D-AEED-62D6-71E7CFC5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99" y="2482540"/>
            <a:ext cx="4567336" cy="9464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06. Data Structures &amp; Algorithms</a:t>
            </a:r>
            <a:endParaRPr lang="en-US" sz="45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D000BC-A17A-21B3-E58B-DF240D67E0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79989" y="5976620"/>
            <a:ext cx="4799013" cy="43180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Nuts and Bolts</a:t>
            </a:r>
            <a:r>
              <a:rPr lang="en-US" dirty="0">
                <a:solidFill>
                  <a:srgbClr val="002060"/>
                </a:solidFill>
              </a:rPr>
              <a:t> used by programmers……</a:t>
            </a:r>
            <a:endParaRPr lang="en-US" noProof="1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9E30B9-2CA3-DDC0-16E6-9E0E44239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5" name="Picture Placeholder 6">
            <a:extLst>
              <a:ext uri="{FF2B5EF4-FFF2-40B4-BE49-F238E27FC236}">
                <a16:creationId xmlns:a16="http://schemas.microsoft.com/office/drawing/2014/main" id="{53BC7635-AB40-D9F2-78DA-026C029F45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056" r="18056"/>
          <a:stretch/>
        </p:blipFill>
        <p:spPr>
          <a:xfrm>
            <a:off x="6478588" y="920750"/>
            <a:ext cx="5713412" cy="5029200"/>
          </a:xfrm>
        </p:spPr>
      </p:pic>
    </p:spTree>
    <p:extLst>
      <p:ext uri="{BB962C8B-B14F-4D97-AF65-F5344CB8AC3E}">
        <p14:creationId xmlns:p14="http://schemas.microsoft.com/office/powerpoint/2010/main" val="175062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83D4-5138-844D-2249-EA530EF9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Doubly Linked List (DLL)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14A31-6125-7CCA-5EE7-1C1A170CA6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1909444"/>
            <a:ext cx="4953001" cy="4074795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Insertion</a:t>
            </a:r>
          </a:p>
          <a:p>
            <a:r>
              <a:rPr lang="en-US" dirty="0">
                <a:solidFill>
                  <a:srgbClr val="002060"/>
                </a:solidFill>
              </a:rPr>
              <a:t>Store </a:t>
            </a:r>
            <a:r>
              <a:rPr lang="en-US" b="1" dirty="0">
                <a:solidFill>
                  <a:srgbClr val="002060"/>
                </a:solidFill>
              </a:rPr>
              <a:t>student registration records</a:t>
            </a:r>
          </a:p>
          <a:p>
            <a:r>
              <a:rPr lang="en-US" b="1" dirty="0">
                <a:solidFill>
                  <a:srgbClr val="002060"/>
                </a:solidFill>
              </a:rPr>
              <a:t>Previous</a:t>
            </a:r>
            <a:r>
              <a:rPr lang="en-US" dirty="0">
                <a:solidFill>
                  <a:srgbClr val="002060"/>
                </a:solidFill>
              </a:rPr>
              <a:t> and Next </a:t>
            </a:r>
            <a:r>
              <a:rPr lang="en-US" b="1" dirty="0">
                <a:solidFill>
                  <a:srgbClr val="002060"/>
                </a:solidFill>
              </a:rPr>
              <a:t>nodes</a:t>
            </a:r>
          </a:p>
          <a:p>
            <a:r>
              <a:rPr lang="en-US" dirty="0">
                <a:solidFill>
                  <a:srgbClr val="002060"/>
                </a:solidFill>
              </a:rPr>
              <a:t>Inserted at </a:t>
            </a:r>
            <a:r>
              <a:rPr lang="en-US" b="1" dirty="0">
                <a:solidFill>
                  <a:srgbClr val="002060"/>
                </a:solidFill>
              </a:rPr>
              <a:t>the end of the list </a:t>
            </a:r>
          </a:p>
          <a:p>
            <a:r>
              <a:rPr lang="en-US" dirty="0">
                <a:solidFill>
                  <a:srgbClr val="002060"/>
                </a:solidFill>
              </a:rPr>
              <a:t>Has </a:t>
            </a:r>
            <a:r>
              <a:rPr lang="en-US" b="1" dirty="0">
                <a:solidFill>
                  <a:srgbClr val="002060"/>
                </a:solidFill>
              </a:rPr>
              <a:t>no direct reference </a:t>
            </a:r>
            <a:r>
              <a:rPr lang="en-US" dirty="0">
                <a:solidFill>
                  <a:srgbClr val="002060"/>
                </a:solidFill>
              </a:rPr>
              <a:t>to the last node</a:t>
            </a:r>
          </a:p>
          <a:p>
            <a:r>
              <a:rPr lang="en-US" dirty="0">
                <a:solidFill>
                  <a:srgbClr val="002060"/>
                </a:solidFill>
              </a:rPr>
              <a:t> Accessed by </a:t>
            </a:r>
            <a:r>
              <a:rPr lang="en-US" b="1" dirty="0">
                <a:solidFill>
                  <a:srgbClr val="002060"/>
                </a:solidFill>
              </a:rPr>
              <a:t>traversing all elements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DLL takes O(n) time complexity for insertion 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FADD9-321F-F047-7002-973074579B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9360" y="1909445"/>
            <a:ext cx="5135880" cy="4074794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Deletion </a:t>
            </a:r>
          </a:p>
          <a:p>
            <a:r>
              <a:rPr lang="en-US" dirty="0">
                <a:solidFill>
                  <a:srgbClr val="002060"/>
                </a:solidFill>
              </a:rPr>
              <a:t>Deleted from the DLL by searching for the node that is relevant to the </a:t>
            </a:r>
            <a:r>
              <a:rPr lang="en-US" b="1" dirty="0">
                <a:solidFill>
                  <a:srgbClr val="002060"/>
                </a:solidFill>
              </a:rPr>
              <a:t>given student ID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DLL takes O(n) time complexity for deletion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1D567-3A34-0EF0-F840-8F2A2E9AA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861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85EF-FAD1-0093-69A6-55A1E54E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11ADD-6D50-9E76-6E70-2D10FF83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34" y="360680"/>
            <a:ext cx="8069343" cy="6136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6507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D75E-EDA2-FE4B-8770-B895E62A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8CAE-23DD-EF7C-30DE-B08DCA13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Priority Queue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A1B1D-E688-BDC9-A297-FEE145663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60C7FA9-BE18-B17B-2BBB-4C788B604E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8675" y="1797050"/>
            <a:ext cx="4953000" cy="4237990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Insertion</a:t>
            </a:r>
          </a:p>
          <a:p>
            <a:r>
              <a:rPr lang="en-US" dirty="0">
                <a:solidFill>
                  <a:srgbClr val="002060"/>
                </a:solidFill>
              </a:rPr>
              <a:t>Displayed in the table based on their academic status </a:t>
            </a:r>
            <a:r>
              <a:rPr lang="en-US" b="1" dirty="0">
                <a:solidFill>
                  <a:srgbClr val="002060"/>
                </a:solidFill>
              </a:rPr>
              <a:t>(Senior, Junior, Fresher)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The priority queue is implemented using a </a:t>
            </a:r>
            <a:r>
              <a:rPr lang="en-US" b="1" dirty="0">
                <a:solidFill>
                  <a:srgbClr val="002060"/>
                </a:solidFill>
              </a:rPr>
              <a:t>sorted array</a:t>
            </a:r>
          </a:p>
          <a:p>
            <a:r>
              <a:rPr lang="en-US" dirty="0">
                <a:solidFill>
                  <a:srgbClr val="002060"/>
                </a:solidFill>
              </a:rPr>
              <a:t> The </a:t>
            </a:r>
            <a:r>
              <a:rPr lang="en-US" b="1" dirty="0">
                <a:solidFill>
                  <a:srgbClr val="002060"/>
                </a:solidFill>
              </a:rPr>
              <a:t>highest-priority</a:t>
            </a:r>
            <a:r>
              <a:rPr lang="en-US" dirty="0">
                <a:solidFill>
                  <a:srgbClr val="002060"/>
                </a:solidFill>
              </a:rPr>
              <a:t> student can remain at the </a:t>
            </a:r>
            <a:r>
              <a:rPr lang="en-US" b="1" dirty="0">
                <a:solidFill>
                  <a:srgbClr val="002060"/>
                </a:solidFill>
              </a:rPr>
              <a:t>beginning of the array</a:t>
            </a:r>
          </a:p>
          <a:p>
            <a:r>
              <a:rPr lang="en-US" dirty="0">
                <a:solidFill>
                  <a:srgbClr val="002060"/>
                </a:solidFill>
              </a:rPr>
              <a:t> To </a:t>
            </a:r>
            <a:r>
              <a:rPr lang="en-US" b="1" dirty="0">
                <a:solidFill>
                  <a:srgbClr val="002060"/>
                </a:solidFill>
              </a:rPr>
              <a:t>insert</a:t>
            </a:r>
            <a:r>
              <a:rPr lang="en-US" dirty="0">
                <a:solidFill>
                  <a:srgbClr val="002060"/>
                </a:solidFill>
              </a:rPr>
              <a:t> a new element, the elements should be shifted to get the correct position</a:t>
            </a:r>
          </a:p>
          <a:p>
            <a:r>
              <a:rPr lang="en-US" dirty="0">
                <a:solidFill>
                  <a:srgbClr val="002060"/>
                </a:solidFill>
              </a:rPr>
              <a:t>As a result,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the time complexity becomes O(n)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ACCA96F-77D8-50BC-F8D3-B04682EC65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87440" y="1797050"/>
            <a:ext cx="5137150" cy="4237990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Deletion </a:t>
            </a:r>
          </a:p>
          <a:p>
            <a:r>
              <a:rPr lang="en-US" b="1" dirty="0">
                <a:solidFill>
                  <a:srgbClr val="002060"/>
                </a:solidFill>
              </a:rPr>
              <a:t> Remove </a:t>
            </a:r>
            <a:r>
              <a:rPr lang="en-US" dirty="0">
                <a:solidFill>
                  <a:srgbClr val="002060"/>
                </a:solidFill>
              </a:rPr>
              <a:t>the student </a:t>
            </a:r>
            <a:r>
              <a:rPr lang="en-US" b="1" dirty="0">
                <a:solidFill>
                  <a:srgbClr val="002060"/>
                </a:solidFill>
              </a:rPr>
              <a:t>at the front </a:t>
            </a:r>
            <a:r>
              <a:rPr lang="en-US" dirty="0">
                <a:solidFill>
                  <a:srgbClr val="002060"/>
                </a:solidFill>
              </a:rPr>
              <a:t>of the sorted array</a:t>
            </a:r>
          </a:p>
          <a:p>
            <a:r>
              <a:rPr lang="en-US" dirty="0">
                <a:solidFill>
                  <a:srgbClr val="002060"/>
                </a:solidFill>
              </a:rPr>
              <a:t> The remaining elements should be </a:t>
            </a:r>
            <a:r>
              <a:rPr lang="en-US" b="1" dirty="0">
                <a:solidFill>
                  <a:srgbClr val="002060"/>
                </a:solidFill>
              </a:rPr>
              <a:t>shifted to the left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 The time complexity of the deletion becomes O(n)</a:t>
            </a:r>
          </a:p>
        </p:txBody>
      </p:sp>
    </p:spTree>
    <p:extLst>
      <p:ext uri="{BB962C8B-B14F-4D97-AF65-F5344CB8AC3E}">
        <p14:creationId xmlns:p14="http://schemas.microsoft.com/office/powerpoint/2010/main" val="1232260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FE78-E9B4-8D4C-3792-4876D1AD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9BF9CF-8F77-A0B7-33FE-589BAF7F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07" y="472440"/>
            <a:ext cx="9254736" cy="5913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945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5F72-BB6F-2AAE-3FDA-E0A371BE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7D47-8997-F646-491C-1E0EC9FD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Hash Table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F50A3-5BF2-A0C5-6F1B-317EF7167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A29923-96B5-C785-1D66-90F4FA72CC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1793385"/>
            <a:ext cx="4953000" cy="4220237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Insertion</a:t>
            </a:r>
          </a:p>
          <a:p>
            <a:r>
              <a:rPr lang="en-US" dirty="0">
                <a:solidFill>
                  <a:srgbClr val="002060"/>
                </a:solidFill>
              </a:rPr>
              <a:t>Used for </a:t>
            </a:r>
            <a:r>
              <a:rPr lang="en-US" b="1" dirty="0">
                <a:solidFill>
                  <a:srgbClr val="002060"/>
                </a:solidFill>
              </a:rPr>
              <a:t>Enrollment History Retrieval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Enrolled students are inserted from the text file into the hash table</a:t>
            </a:r>
          </a:p>
          <a:p>
            <a:r>
              <a:rPr lang="en-US" dirty="0">
                <a:solidFill>
                  <a:srgbClr val="002060"/>
                </a:solidFill>
              </a:rPr>
              <a:t> A </a:t>
            </a:r>
            <a:r>
              <a:rPr lang="en-US" b="1" dirty="0">
                <a:solidFill>
                  <a:srgbClr val="002060"/>
                </a:solidFill>
              </a:rPr>
              <a:t>collision</a:t>
            </a:r>
            <a:r>
              <a:rPr lang="en-US" dirty="0">
                <a:solidFill>
                  <a:srgbClr val="002060"/>
                </a:solidFill>
              </a:rPr>
              <a:t> happens when two elements produce the same position 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With collision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: insertion takes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O(1)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 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Without collision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: insertion takes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O(n) 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E916E0-B5A9-F712-EECA-F840223E98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8725" y="1793385"/>
            <a:ext cx="5137150" cy="4220237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2060"/>
                </a:solidFill>
              </a:rPr>
              <a:t>Search</a:t>
            </a:r>
          </a:p>
          <a:p>
            <a:r>
              <a:rPr lang="en-US" dirty="0">
                <a:solidFill>
                  <a:srgbClr val="002060"/>
                </a:solidFill>
              </a:rPr>
              <a:t> A student can be found </a:t>
            </a:r>
            <a:r>
              <a:rPr lang="en-US" b="1" dirty="0">
                <a:solidFill>
                  <a:srgbClr val="002060"/>
                </a:solidFill>
              </a:rPr>
              <a:t>without searching all </a:t>
            </a:r>
            <a:r>
              <a:rPr lang="en-US" dirty="0">
                <a:solidFill>
                  <a:srgbClr val="002060"/>
                </a:solidFill>
              </a:rPr>
              <a:t>elements in the hash table</a:t>
            </a:r>
          </a:p>
          <a:p>
            <a:r>
              <a:rPr lang="en-US" dirty="0">
                <a:solidFill>
                  <a:srgbClr val="002060"/>
                </a:solidFill>
              </a:rPr>
              <a:t>Then, the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time complexity 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becomes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 O(1) </a:t>
            </a:r>
          </a:p>
          <a:p>
            <a:r>
              <a:rPr lang="en-US" dirty="0">
                <a:solidFill>
                  <a:srgbClr val="002060"/>
                </a:solidFill>
              </a:rPr>
              <a:t>If the student is not found in that position, the system checks the </a:t>
            </a:r>
            <a:r>
              <a:rPr lang="en-US" b="1" dirty="0">
                <a:solidFill>
                  <a:srgbClr val="002060"/>
                </a:solidFill>
              </a:rPr>
              <a:t>next positions one by one</a:t>
            </a:r>
          </a:p>
          <a:p>
            <a:r>
              <a:rPr lang="en-US" dirty="0">
                <a:solidFill>
                  <a:srgbClr val="002060"/>
                </a:solidFill>
              </a:rPr>
              <a:t>Then, the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time complexity 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becomes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O(n)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 </a:t>
            </a:r>
          </a:p>
          <a:p>
            <a:pPr marL="0" indent="0">
              <a:buNone/>
            </a:pPr>
            <a:endParaRPr lang="en-US" b="1" dirty="0">
              <a:solidFill>
                <a:srgbClr val="002060"/>
              </a:solidFill>
              <a:highlight>
                <a:srgbClr val="D4E6F4"/>
              </a:highlight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301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8D9A-9BE8-BFF7-7ED5-48CC9AC6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9C564-F040-705A-977E-B44F289F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88" y="522308"/>
            <a:ext cx="5682879" cy="5533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541DD3-A952-7BC0-91B1-151642457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555" y="366796"/>
            <a:ext cx="5674723" cy="596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237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AE5CB-D4ED-04D1-9E6B-47CA6D49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D9C2-BCE4-880B-9E1C-719A1A31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Binary Search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A2C79-4DF5-A9AE-22F3-40C0B4D00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45E5A0-BA27-0E45-D191-6A6A644492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19500" y="1827530"/>
            <a:ext cx="4953000" cy="4146550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Used to find registered students</a:t>
            </a:r>
          </a:p>
          <a:p>
            <a:r>
              <a:rPr lang="en-US" dirty="0">
                <a:solidFill>
                  <a:srgbClr val="002060"/>
                </a:solidFill>
              </a:rPr>
              <a:t>Quick sort is used to sort the array </a:t>
            </a:r>
          </a:p>
          <a:p>
            <a:r>
              <a:rPr lang="en-US" dirty="0">
                <a:solidFill>
                  <a:srgbClr val="002060"/>
                </a:solidFill>
              </a:rPr>
              <a:t>Divides the sorted array into two equal parts and compares the middle element.</a:t>
            </a:r>
          </a:p>
          <a:p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When a student is found in the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first comparison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,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time complexity 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becomes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O(1)</a:t>
            </a:r>
          </a:p>
          <a:p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Otherwise,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time complexity </a:t>
            </a:r>
            <a:r>
              <a:rPr lang="en-US" dirty="0">
                <a:solidFill>
                  <a:srgbClr val="002060"/>
                </a:solidFill>
                <a:highlight>
                  <a:srgbClr val="D4E6F4"/>
                </a:highlight>
              </a:rPr>
              <a:t>becomes </a:t>
            </a:r>
            <a:r>
              <a:rPr lang="en-US" b="1" dirty="0">
                <a:solidFill>
                  <a:srgbClr val="002060"/>
                </a:solidFill>
                <a:highlight>
                  <a:srgbClr val="D4E6F4"/>
                </a:highlight>
              </a:rPr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2559768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3612-42B3-C4D0-4398-685EFC4B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0E00D-DF3D-2A12-7E44-E231B3ADD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314" y="399463"/>
            <a:ext cx="6600566" cy="605907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4288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8092-95E6-24A5-80CC-A125A713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0748-CEB8-B7E4-566A-D75F7F20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Quicksort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B2B0-3D21-C0CE-3FF1-DDF7858781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0939" y="1584325"/>
            <a:ext cx="4953001" cy="35004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 The </a:t>
            </a:r>
            <a:r>
              <a:rPr lang="en-US" b="1" dirty="0">
                <a:solidFill>
                  <a:srgbClr val="002060"/>
                </a:solidFill>
              </a:rPr>
              <a:t>Find Students </a:t>
            </a:r>
            <a:r>
              <a:rPr lang="en-US" dirty="0">
                <a:solidFill>
                  <a:srgbClr val="002060"/>
                </a:solidFill>
              </a:rPr>
              <a:t>and </a:t>
            </a:r>
            <a:r>
              <a:rPr lang="en-US" b="1" dirty="0">
                <a:solidFill>
                  <a:srgbClr val="002060"/>
                </a:solidFill>
              </a:rPr>
              <a:t>Sorted Alphabetically </a:t>
            </a:r>
            <a:r>
              <a:rPr lang="en-US" dirty="0">
                <a:solidFill>
                  <a:srgbClr val="002060"/>
                </a:solidFill>
              </a:rPr>
              <a:t>function are used Quicksort algorithm</a:t>
            </a:r>
          </a:p>
          <a:p>
            <a:r>
              <a:rPr lang="en-US" dirty="0">
                <a:solidFill>
                  <a:srgbClr val="002060"/>
                </a:solidFill>
              </a:rPr>
              <a:t>Divides the array into smaller partitions using a </a:t>
            </a:r>
            <a:r>
              <a:rPr lang="en-US" b="1" dirty="0">
                <a:solidFill>
                  <a:srgbClr val="002060"/>
                </a:solidFill>
              </a:rPr>
              <a:t>pivot element </a:t>
            </a:r>
            <a:r>
              <a:rPr lang="en-US" dirty="0">
                <a:solidFill>
                  <a:srgbClr val="002060"/>
                </a:solidFill>
              </a:rPr>
              <a:t>and recursively sorts each partition</a:t>
            </a:r>
          </a:p>
          <a:p>
            <a:r>
              <a:rPr lang="en-US" dirty="0">
                <a:solidFill>
                  <a:srgbClr val="002060"/>
                </a:solidFill>
              </a:rPr>
              <a:t>In the </a:t>
            </a:r>
            <a:r>
              <a:rPr lang="en-US" b="1" dirty="0">
                <a:solidFill>
                  <a:srgbClr val="002060"/>
                </a:solidFill>
              </a:rPr>
              <a:t>best and average cases</a:t>
            </a:r>
            <a:r>
              <a:rPr lang="en-US" dirty="0">
                <a:solidFill>
                  <a:srgbClr val="002060"/>
                </a:solidFill>
              </a:rPr>
              <a:t>, Quick Sort divides the array into </a:t>
            </a:r>
            <a:r>
              <a:rPr lang="en-US" b="1" dirty="0">
                <a:solidFill>
                  <a:srgbClr val="002060"/>
                </a:solidFill>
              </a:rPr>
              <a:t>balanced partitions</a:t>
            </a:r>
            <a:r>
              <a:rPr lang="en-US" dirty="0">
                <a:solidFill>
                  <a:srgbClr val="002060"/>
                </a:solidFill>
              </a:rPr>
              <a:t>. Then, the sorting time complexity becomes </a:t>
            </a:r>
            <a:r>
              <a:rPr lang="en-US" b="1" dirty="0">
                <a:solidFill>
                  <a:srgbClr val="002060"/>
                </a:solidFill>
              </a:rPr>
              <a:t>O(n log n)</a:t>
            </a:r>
          </a:p>
          <a:p>
            <a:r>
              <a:rPr lang="en-US" b="1" dirty="0">
                <a:solidFill>
                  <a:srgbClr val="002060"/>
                </a:solidFill>
              </a:rPr>
              <a:t>space complexity </a:t>
            </a:r>
            <a:r>
              <a:rPr lang="en-US" dirty="0">
                <a:solidFill>
                  <a:srgbClr val="002060"/>
                </a:solidFill>
              </a:rPr>
              <a:t>becomes </a:t>
            </a:r>
            <a:r>
              <a:rPr lang="en-US" b="1" dirty="0">
                <a:solidFill>
                  <a:srgbClr val="002060"/>
                </a:solidFill>
              </a:rPr>
              <a:t>O(n)</a:t>
            </a:r>
            <a:r>
              <a:rPr lang="en-US" dirty="0">
                <a:solidFill>
                  <a:srgbClr val="002060"/>
                </a:solidFill>
              </a:rPr>
              <a:t> in the worst case, due to recursive function calls.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93A04-C985-8514-21EF-F84F3AD95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17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A110-E0E4-D634-893A-45F5EEC2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0FE589-6174-571E-35ED-918CD52E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130" y="124418"/>
            <a:ext cx="4609910" cy="64362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5263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7F4FF-D765-185E-727A-23943949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303F3BD8-BC92-4810-04B1-EBD2B6491FF0}"/>
              </a:ext>
            </a:extLst>
          </p:cNvPr>
          <p:cNvSpPr/>
          <p:nvPr/>
        </p:nvSpPr>
        <p:spPr>
          <a:xfrm>
            <a:off x="1175657" y="2015412"/>
            <a:ext cx="4567336" cy="1671267"/>
          </a:xfrm>
          <a:prstGeom prst="snip2DiagRect">
            <a:avLst/>
          </a:prstGeom>
          <a:solidFill>
            <a:schemeClr val="bg1">
              <a:alpha val="5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0C3FF8C-68B6-7014-0E8C-798A27C8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99" y="2482540"/>
            <a:ext cx="4567336" cy="9464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07. Final System Results</a:t>
            </a:r>
            <a:endParaRPr lang="en-US" sz="45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5CC3D0-365C-BBD6-7647-1976C89D8F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5174" y="5950430"/>
            <a:ext cx="5713413" cy="472441"/>
          </a:xfrm>
        </p:spPr>
        <p:txBody>
          <a:bodyPr/>
          <a:lstStyle/>
          <a:p>
            <a:r>
              <a:rPr lang="en-US" i="1" dirty="0">
                <a:solidFill>
                  <a:srgbClr val="002060"/>
                </a:solidFill>
              </a:rPr>
              <a:t>"Correctness is clearly the prime quality...“ - </a:t>
            </a:r>
            <a:r>
              <a:rPr lang="en-US" dirty="0">
                <a:solidFill>
                  <a:srgbClr val="002060"/>
                </a:solidFill>
              </a:rPr>
              <a:t>Bertrand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Meyer</a:t>
            </a:r>
            <a:endParaRPr lang="en-US" noProof="1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6D3AB3-7A5A-2C1C-AE8A-74354A497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A25F9178-8AAA-E8B5-DC97-56EF8EEB39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049" r="18049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04185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18E5-54EC-3AB8-1506-F21D2FFD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8AAB7D-F793-3B21-796B-C7C1F5412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685636"/>
            <a:ext cx="12192000" cy="51723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EAB811-F2F6-D8D9-ADE5-C66B4441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95" y="350825"/>
            <a:ext cx="6898744" cy="7092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Requirements Traceability Matrix</a:t>
            </a:r>
            <a:endParaRPr lang="en-US" dirty="0">
              <a:solidFill>
                <a:srgbClr val="002060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461EEBA-6696-5F5B-B196-D5542062D2E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0191413"/>
              </p:ext>
            </p:extLst>
          </p:nvPr>
        </p:nvGraphicFramePr>
        <p:xfrm>
          <a:off x="914401" y="1156997"/>
          <a:ext cx="10450285" cy="4869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3746727476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610360333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7339560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670066083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674900815"/>
                    </a:ext>
                  </a:extLst>
                </a:gridCol>
              </a:tblGrid>
              <a:tr h="5995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002060"/>
                          </a:solidFill>
                          <a:effectLst/>
                        </a:rPr>
                        <a:t>Requirement No</a:t>
                      </a:r>
                      <a:endParaRPr lang="en-US" sz="1400" b="1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002060"/>
                          </a:solidFill>
                          <a:effectLst/>
                        </a:rPr>
                        <a:t>Functional Requirement</a:t>
                      </a:r>
                      <a:endParaRPr lang="en-US" sz="1400" b="1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002060"/>
                          </a:solidFill>
                          <a:effectLst/>
                        </a:rPr>
                        <a:t>Implementation Techniques</a:t>
                      </a:r>
                      <a:endParaRPr lang="en-US" sz="1400" b="1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002060"/>
                          </a:solidFill>
                          <a:effectLst/>
                        </a:rPr>
                        <a:t>Test Evidence</a:t>
                      </a:r>
                      <a:endParaRPr lang="en-US" sz="1400" b="1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002060"/>
                          </a:solidFill>
                          <a:effectLst/>
                        </a:rPr>
                        <a:t>Status</a:t>
                      </a:r>
                      <a:endParaRPr lang="en-US" sz="1400" b="1" kern="10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317723"/>
                  </a:ext>
                </a:extLst>
              </a:tr>
              <a:tr h="8850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01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Student Registration &amp; Queueing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Doubly Linked List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TC02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TC11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TC14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Implemented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94338"/>
                  </a:ext>
                </a:extLst>
              </a:tr>
              <a:tr h="88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02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High-Demand Course Handling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Priority Queue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TC04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TC06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TC07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Implemented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970001"/>
                  </a:ext>
                </a:extLst>
              </a:tr>
              <a:tr h="88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03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Enrollment History Retrieval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Hash Table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TC03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TC08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TC09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Implemented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08294"/>
                  </a:ext>
                </a:extLst>
              </a:tr>
              <a:tr h="88650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04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Searching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Binary Search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TC12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TC13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TC15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Implemented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747401"/>
                  </a:ext>
                </a:extLst>
              </a:tr>
              <a:tr h="725054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Sorting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2060"/>
                          </a:solidFill>
                          <a:effectLst/>
                        </a:rPr>
                        <a:t>Quick Sort</a:t>
                      </a:r>
                      <a:endParaRPr lang="en-US" sz="1400" kern="1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TC05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TC10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2060"/>
                          </a:solidFill>
                          <a:effectLst/>
                        </a:rPr>
                        <a:t>Implemented</a:t>
                      </a:r>
                      <a:endParaRPr lang="en-US" sz="14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0640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3C5A0-B454-4F79-7EAA-DDF879C6E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35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01DB97-3458-799A-0A48-20E699A4A4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6350" b="9806"/>
          <a:stretch>
            <a:fillRect/>
          </a:stretch>
        </p:blipFill>
        <p:spPr>
          <a:xfrm flipH="1">
            <a:off x="-4" y="-1"/>
            <a:ext cx="12192001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1C4D0C-4D44-71D7-A3F2-75851BB4F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20445"/>
            <a:ext cx="2836506" cy="50292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Reflection on Limitations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2D843-AA93-A6FD-8136-5A10A0179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384F7-9C42-5E70-0783-D4095A66F4D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397" y="1686559"/>
            <a:ext cx="7023203" cy="3336925"/>
          </a:xfrm>
          <a:ln>
            <a:solidFill>
              <a:srgbClr val="268FC9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Hash table </a:t>
            </a:r>
            <a:r>
              <a:rPr lang="en-US" dirty="0">
                <a:solidFill>
                  <a:srgbClr val="002060"/>
                </a:solidFill>
              </a:rPr>
              <a:t>is implemented with a fixed size of 50 records. If the number of records exceeds 50, Java source code modification is needed.</a:t>
            </a:r>
          </a:p>
          <a:p>
            <a:r>
              <a:rPr lang="en-US" dirty="0">
                <a:solidFill>
                  <a:srgbClr val="002060"/>
                </a:solidFill>
              </a:rPr>
              <a:t>Student data is stored in a </a:t>
            </a:r>
            <a:r>
              <a:rPr lang="en-US" b="1" dirty="0">
                <a:solidFill>
                  <a:srgbClr val="002060"/>
                </a:solidFill>
              </a:rPr>
              <a:t>text file </a:t>
            </a:r>
            <a:r>
              <a:rPr lang="en-US" dirty="0">
                <a:solidFill>
                  <a:srgbClr val="002060"/>
                </a:solidFill>
              </a:rPr>
              <a:t>instead of a database.</a:t>
            </a:r>
          </a:p>
        </p:txBody>
      </p:sp>
    </p:spTree>
    <p:extLst>
      <p:ext uri="{BB962C8B-B14F-4D97-AF65-F5344CB8AC3E}">
        <p14:creationId xmlns:p14="http://schemas.microsoft.com/office/powerpoint/2010/main" val="2541124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193C9-3B83-D70D-DAC0-4DD59D7F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0E3883-C21C-4100-60B6-D232DC24BD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6350" b="9806"/>
          <a:stretch>
            <a:fillRect/>
          </a:stretch>
        </p:blipFill>
        <p:spPr>
          <a:xfrm flipH="1">
            <a:off x="-4" y="-1"/>
            <a:ext cx="12192001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0832A2-AD3E-73F3-9E09-D26781608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20445"/>
            <a:ext cx="3275045" cy="50292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Improvements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D310F-93D0-D017-38C4-7D8CAB3D711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397" y="1460183"/>
            <a:ext cx="7023203" cy="4149724"/>
          </a:xfrm>
          <a:ln>
            <a:solidFill>
              <a:srgbClr val="268FC9"/>
            </a:solidFill>
          </a:ln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Hash table </a:t>
            </a:r>
            <a:r>
              <a:rPr lang="en-US" dirty="0">
                <a:solidFill>
                  <a:srgbClr val="002060"/>
                </a:solidFill>
              </a:rPr>
              <a:t>can be enhanced by implementing dynamic resizing</a:t>
            </a:r>
          </a:p>
          <a:p>
            <a:r>
              <a:rPr lang="en-US" dirty="0">
                <a:solidFill>
                  <a:srgbClr val="002060"/>
                </a:solidFill>
              </a:rPr>
              <a:t>Replace text files with a </a:t>
            </a:r>
            <a:r>
              <a:rPr lang="en-US" b="1" dirty="0">
                <a:solidFill>
                  <a:srgbClr val="002060"/>
                </a:solidFill>
              </a:rPr>
              <a:t>relational database </a:t>
            </a:r>
            <a:r>
              <a:rPr lang="en-US" dirty="0">
                <a:solidFill>
                  <a:srgbClr val="002060"/>
                </a:solidFill>
              </a:rPr>
              <a:t>such as MySQL</a:t>
            </a:r>
          </a:p>
          <a:p>
            <a:r>
              <a:rPr lang="en-US" dirty="0">
                <a:solidFill>
                  <a:srgbClr val="002060"/>
                </a:solidFill>
              </a:rPr>
              <a:t>System can be improved by adding more pairs of </a:t>
            </a:r>
            <a:r>
              <a:rPr lang="en-US" b="1" dirty="0">
                <a:solidFill>
                  <a:srgbClr val="002060"/>
                </a:solidFill>
              </a:rPr>
              <a:t>User Names and Passwords by using a Hash Table. </a:t>
            </a:r>
          </a:p>
          <a:p>
            <a:r>
              <a:rPr lang="en-US" dirty="0">
                <a:solidFill>
                  <a:srgbClr val="002060"/>
                </a:solidFill>
              </a:rPr>
              <a:t> Generate </a:t>
            </a:r>
            <a:r>
              <a:rPr lang="en-US" b="1" dirty="0">
                <a:solidFill>
                  <a:srgbClr val="002060"/>
                </a:solidFill>
              </a:rPr>
              <a:t>separate files </a:t>
            </a:r>
            <a:r>
              <a:rPr lang="en-US" dirty="0">
                <a:solidFill>
                  <a:srgbClr val="002060"/>
                </a:solidFill>
              </a:rPr>
              <a:t>for each student and course. 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Enrollment confirmation </a:t>
            </a:r>
            <a:r>
              <a:rPr lang="en-US" dirty="0">
                <a:solidFill>
                  <a:srgbClr val="002060"/>
                </a:solidFill>
              </a:rPr>
              <a:t>SMS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or email to a patient using APIs. </a:t>
            </a:r>
          </a:p>
          <a:p>
            <a:r>
              <a:rPr lang="en-US" dirty="0">
                <a:solidFill>
                  <a:srgbClr val="002060"/>
                </a:solidFill>
              </a:rPr>
              <a:t> Develop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a</a:t>
            </a:r>
            <a:r>
              <a:rPr lang="en-US" b="1" dirty="0">
                <a:solidFill>
                  <a:srgbClr val="002060"/>
                </a:solidFill>
              </a:rPr>
              <a:t> web application </a:t>
            </a:r>
            <a:r>
              <a:rPr lang="en-US" dirty="0">
                <a:solidFill>
                  <a:srgbClr val="002060"/>
                </a:solidFill>
              </a:rPr>
              <a:t>using Spring Boot for the back-end framework and React.js for the front-end framework.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750C-B8E4-AE4A-2EAE-A2539738D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86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9D81C5EE-2261-4083-8002-E23F98920B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1524" y="-2"/>
            <a:ext cx="12188952" cy="4572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3122"/>
            <a:ext cx="9144000" cy="1356310"/>
          </a:xfrm>
        </p:spPr>
        <p:txBody>
          <a:bodyPr>
            <a:normAutofit/>
          </a:bodyPr>
          <a:lstStyle/>
          <a:p>
            <a:r>
              <a:rPr lang="en-US" sz="4500" b="1" dirty="0">
                <a:solidFill>
                  <a:srgbClr val="002060"/>
                </a:solidFill>
              </a:rPr>
              <a:t>Thank You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9007A-FE91-7AEF-D340-1C431F280626}"/>
              </a:ext>
            </a:extLst>
          </p:cNvPr>
          <p:cNvSpPr txBox="1"/>
          <p:nvPr/>
        </p:nvSpPr>
        <p:spPr>
          <a:xfrm>
            <a:off x="2554254" y="1110410"/>
            <a:ext cx="7476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Bridging Your Dreams and Education...</a:t>
            </a:r>
          </a:p>
        </p:txBody>
      </p:sp>
    </p:spTree>
    <p:extLst>
      <p:ext uri="{BB962C8B-B14F-4D97-AF65-F5344CB8AC3E}">
        <p14:creationId xmlns:p14="http://schemas.microsoft.com/office/powerpoint/2010/main" val="2068913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bg1"/>
            </a:gs>
            <a:gs pos="74000">
              <a:srgbClr val="FFCCFF"/>
            </a:gs>
            <a:gs pos="83000">
              <a:srgbClr val="FFCCFF"/>
            </a:gs>
            <a:gs pos="100000">
              <a:srgbClr val="FFCCFF"/>
            </a:gs>
          </a:gsLst>
          <a:lin ang="5400000" scaled="1"/>
        </a:gradFill>
        <a:ln>
          <a:solidFill>
            <a:srgbClr val="FFCCFF"/>
          </a:solidFill>
        </a:ln>
      </a:spPr>
      <a:bodyPr rtlCol="0" anchor="ctr"/>
      <a:lstStyle>
        <a:defPPr algn="ctr">
          <a:defRPr b="1" dirty="0">
            <a:solidFill>
              <a:srgbClr val="00206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Custom 7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00B0F0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114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nowscape_tm44613219_Win32_JB_SL_v3" id="{1C87AC08-773C-4510-A4A8-B1D3594C4029}" vid="{72F6DBE6-EDB8-4427-B790-8ECF5ED625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1563</TotalTime>
  <Words>992</Words>
  <Application>Microsoft Office PowerPoint</Application>
  <PresentationFormat>Widescreen</PresentationFormat>
  <Paragraphs>239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Bodoni MT</vt:lpstr>
      <vt:lpstr>Calibri</vt:lpstr>
      <vt:lpstr>Source Sans Pro Light</vt:lpstr>
      <vt:lpstr>Wingdings</vt:lpstr>
      <vt:lpstr>Custom</vt:lpstr>
      <vt:lpstr>Office Theme</vt:lpstr>
      <vt:lpstr>DreamBridge</vt:lpstr>
      <vt:lpstr>Introduction</vt:lpstr>
      <vt:lpstr>Content</vt:lpstr>
      <vt:lpstr>01. System Features </vt:lpstr>
      <vt:lpstr>PowerPoint Presentation</vt:lpstr>
      <vt:lpstr>PowerPoint Presentation</vt:lpstr>
      <vt:lpstr>02. Technologies Used </vt:lpstr>
      <vt:lpstr>03. System Design</vt:lpstr>
      <vt:lpstr>PowerPoint Presentation</vt:lpstr>
      <vt:lpstr>PowerPoint Presentation</vt:lpstr>
      <vt:lpstr>PowerPoint Presentation</vt:lpstr>
      <vt:lpstr>PowerPoint Presentation</vt:lpstr>
      <vt:lpstr>04. Live Demo</vt:lpstr>
      <vt:lpstr>05. Testing Strategy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06. Data Structures &amp; Algorithms</vt:lpstr>
      <vt:lpstr>Doubly Linked List (DLL)</vt:lpstr>
      <vt:lpstr>PowerPoint Presentation</vt:lpstr>
      <vt:lpstr>Priority Queue</vt:lpstr>
      <vt:lpstr>PowerPoint Presentation</vt:lpstr>
      <vt:lpstr>Hash Table</vt:lpstr>
      <vt:lpstr>PowerPoint Presentation</vt:lpstr>
      <vt:lpstr>Binary Search</vt:lpstr>
      <vt:lpstr>PowerPoint Presentation</vt:lpstr>
      <vt:lpstr>Quicksort</vt:lpstr>
      <vt:lpstr>PowerPoint Presentation</vt:lpstr>
      <vt:lpstr>07. Final System Results</vt:lpstr>
      <vt:lpstr>Requirements Traceability Matrix</vt:lpstr>
      <vt:lpstr>Reflection on Limitations</vt:lpstr>
      <vt:lpstr>Improvements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Kaveesha Senarathne</dc:creator>
  <cp:lastModifiedBy>Kaveesha Senarathne</cp:lastModifiedBy>
  <cp:revision>136</cp:revision>
  <dcterms:created xsi:type="dcterms:W3CDTF">2026-09-17T13:18:58Z</dcterms:created>
  <dcterms:modified xsi:type="dcterms:W3CDTF">2026-09-20T11:48:00Z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